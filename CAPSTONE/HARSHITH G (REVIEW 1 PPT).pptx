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4" r:id="rId1"/>
  </p:sldMasterIdLst>
  <p:sldIdLst>
    <p:sldId id="256" r:id="rId2"/>
    <p:sldId id="276" r:id="rId3"/>
    <p:sldId id="261" r:id="rId4"/>
    <p:sldId id="257" r:id="rId5"/>
    <p:sldId id="270" r:id="rId6"/>
    <p:sldId id="263" r:id="rId7"/>
    <p:sldId id="271" r:id="rId8"/>
    <p:sldId id="272" r:id="rId9"/>
    <p:sldId id="264" r:id="rId10"/>
    <p:sldId id="273" r:id="rId11"/>
    <p:sldId id="274" r:id="rId12"/>
    <p:sldId id="266" r:id="rId13"/>
    <p:sldId id="268" r:id="rId14"/>
    <p:sldId id="275"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2B5F4C-BBCD-4341-BF67-23128087D9A3}" v="56" dt="2026-07-27T17:49:48.0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SIKIRAN K" userId="d0b4e6bc6c537bed" providerId="LiveId" clId="{E80FB0AD-B3D2-4715-8128-8E196FE4473C}"/>
    <pc:docChg chg="undo custSel addSld modSld sldOrd">
      <pc:chgData name="MOSIKIRAN K" userId="d0b4e6bc6c537bed" providerId="LiveId" clId="{E80FB0AD-B3D2-4715-8128-8E196FE4473C}" dt="2026-08-06T05:36:28.887" v="1628" actId="2711"/>
      <pc:docMkLst>
        <pc:docMk/>
      </pc:docMkLst>
      <pc:sldChg chg="addSp delSp modSp mod">
        <pc:chgData name="MOSIKIRAN K" userId="d0b4e6bc6c537bed" providerId="LiveId" clId="{E80FB0AD-B3D2-4715-8128-8E196FE4473C}" dt="2026-08-06T05:36:28.887" v="1628" actId="2711"/>
        <pc:sldMkLst>
          <pc:docMk/>
          <pc:sldMk cId="1634988897" sldId="256"/>
        </pc:sldMkLst>
        <pc:spChg chg="mod">
          <ac:chgData name="MOSIKIRAN K" userId="d0b4e6bc6c537bed" providerId="LiveId" clId="{E80FB0AD-B3D2-4715-8128-8E196FE4473C}" dt="2026-07-27T16:24:33.628" v="470" actId="1076"/>
          <ac:spMkLst>
            <pc:docMk/>
            <pc:sldMk cId="1634988897" sldId="256"/>
            <ac:spMk id="2" creationId="{0A18FAB7-472D-E5ED-A03C-1C0ECC041000}"/>
          </ac:spMkLst>
        </pc:spChg>
        <pc:spChg chg="mod">
          <ac:chgData name="MOSIKIRAN K" userId="d0b4e6bc6c537bed" providerId="LiveId" clId="{E80FB0AD-B3D2-4715-8128-8E196FE4473C}" dt="2026-07-27T16:24:50.618" v="523" actId="20577"/>
          <ac:spMkLst>
            <pc:docMk/>
            <pc:sldMk cId="1634988897" sldId="256"/>
            <ac:spMk id="3" creationId="{4122A93D-484B-3B8D-A6B0-CFF691AAB16A}"/>
          </ac:spMkLst>
        </pc:spChg>
        <pc:spChg chg="add mod">
          <ac:chgData name="MOSIKIRAN K" userId="d0b4e6bc6c537bed" providerId="LiveId" clId="{E80FB0AD-B3D2-4715-8128-8E196FE4473C}" dt="2026-07-27T16:25:07.810" v="550" actId="20577"/>
          <ac:spMkLst>
            <pc:docMk/>
            <pc:sldMk cId="1634988897" sldId="256"/>
            <ac:spMk id="5" creationId="{F39A2176-4208-04CB-1FE2-E38E9884B7CC}"/>
          </ac:spMkLst>
        </pc:spChg>
        <pc:spChg chg="mod">
          <ac:chgData name="MOSIKIRAN K" userId="d0b4e6bc6c537bed" providerId="LiveId" clId="{E80FB0AD-B3D2-4715-8128-8E196FE4473C}" dt="2026-08-06T05:36:28.887" v="1628" actId="2711"/>
          <ac:spMkLst>
            <pc:docMk/>
            <pc:sldMk cId="1634988897" sldId="256"/>
            <ac:spMk id="7" creationId="{AEA54E05-C53B-D62F-D6FD-F146D2B8DC2A}"/>
          </ac:spMkLst>
        </pc:spChg>
        <pc:picChg chg="mod">
          <ac:chgData name="MOSIKIRAN K" userId="d0b4e6bc6c537bed" providerId="LiveId" clId="{E80FB0AD-B3D2-4715-8128-8E196FE4473C}" dt="2026-07-16T17:18:49.779" v="462" actId="1076"/>
          <ac:picMkLst>
            <pc:docMk/>
            <pc:sldMk cId="1634988897" sldId="256"/>
            <ac:picMk id="4" creationId="{08D8D1C8-FC75-2608-9659-2DF4065E7FAE}"/>
          </ac:picMkLst>
        </pc:picChg>
      </pc:sldChg>
      <pc:sldChg chg="addSp delSp modSp mod">
        <pc:chgData name="MOSIKIRAN K" userId="d0b4e6bc6c537bed" providerId="LiveId" clId="{E80FB0AD-B3D2-4715-8128-8E196FE4473C}" dt="2026-07-27T16:33:10.171" v="659" actId="20577"/>
        <pc:sldMkLst>
          <pc:docMk/>
          <pc:sldMk cId="1833969167" sldId="257"/>
        </pc:sldMkLst>
        <pc:spChg chg="mod">
          <ac:chgData name="MOSIKIRAN K" userId="d0b4e6bc6c537bed" providerId="LiveId" clId="{E80FB0AD-B3D2-4715-8128-8E196FE4473C}" dt="2026-07-27T16:33:10.171" v="659" actId="20577"/>
          <ac:spMkLst>
            <pc:docMk/>
            <pc:sldMk cId="1833969167" sldId="257"/>
            <ac:spMk id="9" creationId="{41398FB7-B3D9-DBA0-7CD8-33D3C9623314}"/>
          </ac:spMkLst>
        </pc:spChg>
      </pc:sldChg>
      <pc:sldChg chg="modSp mod ord">
        <pc:chgData name="MOSIKIRAN K" userId="d0b4e6bc6c537bed" providerId="LiveId" clId="{E80FB0AD-B3D2-4715-8128-8E196FE4473C}" dt="2026-07-27T16:33:02.998" v="657"/>
        <pc:sldMkLst>
          <pc:docMk/>
          <pc:sldMk cId="2350109738" sldId="261"/>
        </pc:sldMkLst>
        <pc:spChg chg="mod">
          <ac:chgData name="MOSIKIRAN K" userId="d0b4e6bc6c537bed" providerId="LiveId" clId="{E80FB0AD-B3D2-4715-8128-8E196FE4473C}" dt="2026-07-27T16:30:55.896" v="638" actId="14100"/>
          <ac:spMkLst>
            <pc:docMk/>
            <pc:sldMk cId="2350109738" sldId="261"/>
            <ac:spMk id="2" creationId="{B74FD9F7-1CA7-45A7-F49D-8B8934133638}"/>
          </ac:spMkLst>
        </pc:spChg>
        <pc:spChg chg="mod">
          <ac:chgData name="MOSIKIRAN K" userId="d0b4e6bc6c537bed" providerId="LiveId" clId="{E80FB0AD-B3D2-4715-8128-8E196FE4473C}" dt="2026-07-27T16:32:08.593" v="655" actId="1076"/>
          <ac:spMkLst>
            <pc:docMk/>
            <pc:sldMk cId="2350109738" sldId="261"/>
            <ac:spMk id="7" creationId="{900EC40C-EEF5-5BC8-4CA3-96E35B8DEEFD}"/>
          </ac:spMkLst>
        </pc:spChg>
      </pc:sldChg>
      <pc:sldChg chg="delSp modSp mod">
        <pc:chgData name="MOSIKIRAN K" userId="d0b4e6bc6c537bed" providerId="LiveId" clId="{E80FB0AD-B3D2-4715-8128-8E196FE4473C}" dt="2026-07-27T16:45:21.350" v="818" actId="2711"/>
        <pc:sldMkLst>
          <pc:docMk/>
          <pc:sldMk cId="569746316" sldId="263"/>
        </pc:sldMkLst>
        <pc:spChg chg="mod">
          <ac:chgData name="MOSIKIRAN K" userId="d0b4e6bc6c537bed" providerId="LiveId" clId="{E80FB0AD-B3D2-4715-8128-8E196FE4473C}" dt="2026-07-27T16:45:21.350" v="818" actId="2711"/>
          <ac:spMkLst>
            <pc:docMk/>
            <pc:sldMk cId="569746316" sldId="263"/>
            <ac:spMk id="2" creationId="{F6C51E36-CF37-5C76-4914-8AF40DB07FFD}"/>
          </ac:spMkLst>
        </pc:spChg>
        <pc:spChg chg="mod">
          <ac:chgData name="MOSIKIRAN K" userId="d0b4e6bc6c537bed" providerId="LiveId" clId="{E80FB0AD-B3D2-4715-8128-8E196FE4473C}" dt="2026-07-27T16:44:05.309" v="806" actId="113"/>
          <ac:spMkLst>
            <pc:docMk/>
            <pc:sldMk cId="569746316" sldId="263"/>
            <ac:spMk id="5" creationId="{5350020B-F8EA-3229-102E-D2F11AEA246D}"/>
          </ac:spMkLst>
        </pc:spChg>
      </pc:sldChg>
      <pc:sldChg chg="addSp delSp modSp mod">
        <pc:chgData name="MOSIKIRAN K" userId="d0b4e6bc6c537bed" providerId="LiveId" clId="{E80FB0AD-B3D2-4715-8128-8E196FE4473C}" dt="2026-07-27T17:57:10.949" v="1538" actId="1440"/>
        <pc:sldMkLst>
          <pc:docMk/>
          <pc:sldMk cId="529381575" sldId="264"/>
        </pc:sldMkLst>
        <pc:spChg chg="mod">
          <ac:chgData name="MOSIKIRAN K" userId="d0b4e6bc6c537bed" providerId="LiveId" clId="{E80FB0AD-B3D2-4715-8128-8E196FE4473C}" dt="2026-07-27T17:37:50.492" v="1034" actId="14100"/>
          <ac:spMkLst>
            <pc:docMk/>
            <pc:sldMk cId="529381575" sldId="264"/>
            <ac:spMk id="2" creationId="{88016EE2-F370-9E40-AC9E-87604591EA11}"/>
          </ac:spMkLst>
        </pc:spChg>
        <pc:spChg chg="mod">
          <ac:chgData name="MOSIKIRAN K" userId="d0b4e6bc6c537bed" providerId="LiveId" clId="{E80FB0AD-B3D2-4715-8128-8E196FE4473C}" dt="2026-07-27T17:39:10.039" v="1071" actId="20577"/>
          <ac:spMkLst>
            <pc:docMk/>
            <pc:sldMk cId="529381575" sldId="264"/>
            <ac:spMk id="6" creationId="{27505561-2737-417F-231B-E70B4C3A5D85}"/>
          </ac:spMkLst>
        </pc:spChg>
        <pc:picChg chg="mod">
          <ac:chgData name="MOSIKIRAN K" userId="d0b4e6bc6c537bed" providerId="LiveId" clId="{E80FB0AD-B3D2-4715-8128-8E196FE4473C}" dt="2026-07-27T17:36:27.545" v="988" actId="1076"/>
          <ac:picMkLst>
            <pc:docMk/>
            <pc:sldMk cId="529381575" sldId="264"/>
            <ac:picMk id="4" creationId="{61DC68B0-2C7B-138C-CADA-6AE4065EC29B}"/>
          </ac:picMkLst>
        </pc:picChg>
        <pc:picChg chg="add mod">
          <ac:chgData name="MOSIKIRAN K" userId="d0b4e6bc6c537bed" providerId="LiveId" clId="{E80FB0AD-B3D2-4715-8128-8E196FE4473C}" dt="2026-07-27T17:57:10.949" v="1538" actId="1440"/>
          <ac:picMkLst>
            <pc:docMk/>
            <pc:sldMk cId="529381575" sldId="264"/>
            <ac:picMk id="12" creationId="{F2B30F06-60F1-63EF-6AF8-76AEB9FF3467}"/>
          </ac:picMkLst>
        </pc:picChg>
      </pc:sldChg>
      <pc:sldChg chg="addSp delSp modSp mod">
        <pc:chgData name="MOSIKIRAN K" userId="d0b4e6bc6c537bed" providerId="LiveId" clId="{E80FB0AD-B3D2-4715-8128-8E196FE4473C}" dt="2026-08-06T05:34:17.988" v="1583" actId="1076"/>
        <pc:sldMkLst>
          <pc:docMk/>
          <pc:sldMk cId="2982008483" sldId="266"/>
        </pc:sldMkLst>
        <pc:spChg chg="mod">
          <ac:chgData name="MOSIKIRAN K" userId="d0b4e6bc6c537bed" providerId="LiveId" clId="{E80FB0AD-B3D2-4715-8128-8E196FE4473C}" dt="2026-07-27T17:44:35.161" v="1268" actId="1076"/>
          <ac:spMkLst>
            <pc:docMk/>
            <pc:sldMk cId="2982008483" sldId="266"/>
            <ac:spMk id="2" creationId="{06BF2DB9-378F-FE2A-BF23-F0F29F6D881E}"/>
          </ac:spMkLst>
        </pc:spChg>
        <pc:spChg chg="mod">
          <ac:chgData name="MOSIKIRAN K" userId="d0b4e6bc6c537bed" providerId="LiveId" clId="{E80FB0AD-B3D2-4715-8128-8E196FE4473C}" dt="2026-07-27T17:54:03.231" v="1520" actId="14100"/>
          <ac:spMkLst>
            <pc:docMk/>
            <pc:sldMk cId="2982008483" sldId="266"/>
            <ac:spMk id="3" creationId="{72ADDD0E-5EB1-3553-BACF-4A1E2BAA2B24}"/>
          </ac:spMkLst>
        </pc:spChg>
        <pc:picChg chg="mod">
          <ac:chgData name="MOSIKIRAN K" userId="d0b4e6bc6c537bed" providerId="LiveId" clId="{E80FB0AD-B3D2-4715-8128-8E196FE4473C}" dt="2026-08-06T05:34:14.618" v="1582" actId="1076"/>
          <ac:picMkLst>
            <pc:docMk/>
            <pc:sldMk cId="2982008483" sldId="266"/>
            <ac:picMk id="4" creationId="{E8DD3337-3E26-1FB8-C85D-5B8331D878E5}"/>
          </ac:picMkLst>
        </pc:picChg>
        <pc:picChg chg="add mod">
          <ac:chgData name="MOSIKIRAN K" userId="d0b4e6bc6c537bed" providerId="LiveId" clId="{E80FB0AD-B3D2-4715-8128-8E196FE4473C}" dt="2026-08-06T05:34:17.988" v="1583" actId="1076"/>
          <ac:picMkLst>
            <pc:docMk/>
            <pc:sldMk cId="2982008483" sldId="266"/>
            <ac:picMk id="5" creationId="{787564BE-81AA-A1CB-8DB3-75BFA52D536F}"/>
          </ac:picMkLst>
        </pc:picChg>
      </pc:sldChg>
      <pc:sldChg chg="modSp mod">
        <pc:chgData name="MOSIKIRAN K" userId="d0b4e6bc6c537bed" providerId="LiveId" clId="{E80FB0AD-B3D2-4715-8128-8E196FE4473C}" dt="2026-07-27T17:48:43.151" v="1329" actId="167"/>
        <pc:sldMkLst>
          <pc:docMk/>
          <pc:sldMk cId="2115153572" sldId="268"/>
        </pc:sldMkLst>
        <pc:spChg chg="mod">
          <ac:chgData name="MOSIKIRAN K" userId="d0b4e6bc6c537bed" providerId="LiveId" clId="{E80FB0AD-B3D2-4715-8128-8E196FE4473C}" dt="2026-07-27T17:48:06.409" v="1318" actId="1076"/>
          <ac:spMkLst>
            <pc:docMk/>
            <pc:sldMk cId="2115153572" sldId="268"/>
            <ac:spMk id="2" creationId="{7F47DAF0-D3EF-E7B7-0C0B-C7CF0410EAAD}"/>
          </ac:spMkLst>
        </pc:spChg>
        <pc:spChg chg="mod">
          <ac:chgData name="MOSIKIRAN K" userId="d0b4e6bc6c537bed" providerId="LiveId" clId="{E80FB0AD-B3D2-4715-8128-8E196FE4473C}" dt="2026-07-27T17:48:38.071" v="1328" actId="14100"/>
          <ac:spMkLst>
            <pc:docMk/>
            <pc:sldMk cId="2115153572" sldId="268"/>
            <ac:spMk id="3" creationId="{9FAFAA62-61DE-7CD3-D35C-9E14C3897E4E}"/>
          </ac:spMkLst>
        </pc:spChg>
        <pc:picChg chg="mod">
          <ac:chgData name="MOSIKIRAN K" userId="d0b4e6bc6c537bed" providerId="LiveId" clId="{E80FB0AD-B3D2-4715-8128-8E196FE4473C}" dt="2026-07-27T17:48:16.669" v="1320" actId="14100"/>
          <ac:picMkLst>
            <pc:docMk/>
            <pc:sldMk cId="2115153572" sldId="268"/>
            <ac:picMk id="6" creationId="{B419ECA9-EBF8-FF65-4A04-AEC1CFCBCF31}"/>
          </ac:picMkLst>
        </pc:picChg>
        <pc:picChg chg="mod">
          <ac:chgData name="MOSIKIRAN K" userId="d0b4e6bc6c537bed" providerId="LiveId" clId="{E80FB0AD-B3D2-4715-8128-8E196FE4473C}" dt="2026-07-27T17:48:43.151" v="1329" actId="167"/>
          <ac:picMkLst>
            <pc:docMk/>
            <pc:sldMk cId="2115153572" sldId="268"/>
            <ac:picMk id="2050" creationId="{6847E37A-1337-91A6-63B5-F578A4E0C4A8}"/>
          </ac:picMkLst>
        </pc:picChg>
      </pc:sldChg>
      <pc:sldChg chg="modSp mod">
        <pc:chgData name="MOSIKIRAN K" userId="d0b4e6bc6c537bed" providerId="LiveId" clId="{E80FB0AD-B3D2-4715-8128-8E196FE4473C}" dt="2026-07-27T16:38:45.411" v="743" actId="27636"/>
        <pc:sldMkLst>
          <pc:docMk/>
          <pc:sldMk cId="33868742" sldId="270"/>
        </pc:sldMkLst>
        <pc:spChg chg="mod">
          <ac:chgData name="MOSIKIRAN K" userId="d0b4e6bc6c537bed" providerId="LiveId" clId="{E80FB0AD-B3D2-4715-8128-8E196FE4473C}" dt="2026-07-27T16:38:45.411" v="743" actId="27636"/>
          <ac:spMkLst>
            <pc:docMk/>
            <pc:sldMk cId="33868742" sldId="270"/>
            <ac:spMk id="2" creationId="{1C0D1C4F-B921-DFC8-D10C-DC1D69E00D2B}"/>
          </ac:spMkLst>
        </pc:spChg>
        <pc:spChg chg="mod">
          <ac:chgData name="MOSIKIRAN K" userId="d0b4e6bc6c537bed" providerId="LiveId" clId="{E80FB0AD-B3D2-4715-8128-8E196FE4473C}" dt="2026-07-27T16:36:20.335" v="734" actId="20577"/>
          <ac:spMkLst>
            <pc:docMk/>
            <pc:sldMk cId="33868742" sldId="270"/>
            <ac:spMk id="3" creationId="{83CFD792-104F-E770-01A0-D1A126F2A905}"/>
          </ac:spMkLst>
        </pc:spChg>
      </pc:sldChg>
      <pc:sldChg chg="delSp modSp mod">
        <pc:chgData name="MOSIKIRAN K" userId="d0b4e6bc6c537bed" providerId="LiveId" clId="{E80FB0AD-B3D2-4715-8128-8E196FE4473C}" dt="2026-07-27T17:28:46.615" v="917" actId="1076"/>
        <pc:sldMkLst>
          <pc:docMk/>
          <pc:sldMk cId="2164988095" sldId="271"/>
        </pc:sldMkLst>
        <pc:spChg chg="mod">
          <ac:chgData name="MOSIKIRAN K" userId="d0b4e6bc6c537bed" providerId="LiveId" clId="{E80FB0AD-B3D2-4715-8128-8E196FE4473C}" dt="2026-07-27T16:46:41.077" v="893" actId="1076"/>
          <ac:spMkLst>
            <pc:docMk/>
            <pc:sldMk cId="2164988095" sldId="271"/>
            <ac:spMk id="2" creationId="{C4BE2C67-B448-7784-A110-4BB7B7AC3968}"/>
          </ac:spMkLst>
        </pc:spChg>
        <pc:spChg chg="mod">
          <ac:chgData name="MOSIKIRAN K" userId="d0b4e6bc6c537bed" providerId="LiveId" clId="{E80FB0AD-B3D2-4715-8128-8E196FE4473C}" dt="2026-07-27T17:28:46.615" v="917" actId="1076"/>
          <ac:spMkLst>
            <pc:docMk/>
            <pc:sldMk cId="2164988095" sldId="271"/>
            <ac:spMk id="3" creationId="{CB31C695-2B3B-301E-7AF8-C73728A9E205}"/>
          </ac:spMkLst>
        </pc:spChg>
      </pc:sldChg>
      <pc:sldChg chg="addSp modSp mod">
        <pc:chgData name="MOSIKIRAN K" userId="d0b4e6bc6c537bed" providerId="LiveId" clId="{E80FB0AD-B3D2-4715-8128-8E196FE4473C}" dt="2026-07-27T17:56:54.400" v="1536" actId="1440"/>
        <pc:sldMkLst>
          <pc:docMk/>
          <pc:sldMk cId="2507254515" sldId="272"/>
        </pc:sldMkLst>
        <pc:spChg chg="mod">
          <ac:chgData name="MOSIKIRAN K" userId="d0b4e6bc6c537bed" providerId="LiveId" clId="{E80FB0AD-B3D2-4715-8128-8E196FE4473C}" dt="2026-07-27T17:29:50.767" v="965" actId="122"/>
          <ac:spMkLst>
            <pc:docMk/>
            <pc:sldMk cId="2507254515" sldId="272"/>
            <ac:spMk id="2" creationId="{CBFEFFD7-FB50-0E75-F765-AA7960ECA3D3}"/>
          </ac:spMkLst>
        </pc:spChg>
        <pc:spChg chg="mod">
          <ac:chgData name="MOSIKIRAN K" userId="d0b4e6bc6c537bed" providerId="LiveId" clId="{E80FB0AD-B3D2-4715-8128-8E196FE4473C}" dt="2026-07-27T17:30:59.347" v="981" actId="2710"/>
          <ac:spMkLst>
            <pc:docMk/>
            <pc:sldMk cId="2507254515" sldId="272"/>
            <ac:spMk id="3" creationId="{9C660EE5-037E-DF70-65E9-B1EBF6A2C1FB}"/>
          </ac:spMkLst>
        </pc:spChg>
        <pc:picChg chg="add mod">
          <ac:chgData name="MOSIKIRAN K" userId="d0b4e6bc6c537bed" providerId="LiveId" clId="{E80FB0AD-B3D2-4715-8128-8E196FE4473C}" dt="2026-07-27T17:56:54.400" v="1536" actId="1440"/>
          <ac:picMkLst>
            <pc:docMk/>
            <pc:sldMk cId="2507254515" sldId="272"/>
            <ac:picMk id="4" creationId="{7FD89260-A49C-A828-FBD8-BD75A02AC254}"/>
          </ac:picMkLst>
        </pc:picChg>
      </pc:sldChg>
      <pc:sldChg chg="delSp modSp mod">
        <pc:chgData name="MOSIKIRAN K" userId="d0b4e6bc6c537bed" providerId="LiveId" clId="{E80FB0AD-B3D2-4715-8128-8E196FE4473C}" dt="2026-08-06T05:33:39.782" v="1581" actId="5793"/>
        <pc:sldMkLst>
          <pc:docMk/>
          <pc:sldMk cId="1940757712" sldId="273"/>
        </pc:sldMkLst>
        <pc:spChg chg="mod">
          <ac:chgData name="MOSIKIRAN K" userId="d0b4e6bc6c537bed" providerId="LiveId" clId="{E80FB0AD-B3D2-4715-8128-8E196FE4473C}" dt="2026-07-27T17:40:15.941" v="1117" actId="122"/>
          <ac:spMkLst>
            <pc:docMk/>
            <pc:sldMk cId="1940757712" sldId="273"/>
            <ac:spMk id="2" creationId="{172E50E3-DD3D-FB6E-A61D-D894265203DA}"/>
          </ac:spMkLst>
        </pc:spChg>
        <pc:spChg chg="mod">
          <ac:chgData name="MOSIKIRAN K" userId="d0b4e6bc6c537bed" providerId="LiveId" clId="{E80FB0AD-B3D2-4715-8128-8E196FE4473C}" dt="2026-08-06T05:33:29.211" v="1563" actId="5793"/>
          <ac:spMkLst>
            <pc:docMk/>
            <pc:sldMk cId="1940757712" sldId="273"/>
            <ac:spMk id="3" creationId="{C8F4B5C4-B018-D46B-6960-85DF4AD20B44}"/>
          </ac:spMkLst>
        </pc:spChg>
        <pc:spChg chg="mod">
          <ac:chgData name="MOSIKIRAN K" userId="d0b4e6bc6c537bed" providerId="LiveId" clId="{E80FB0AD-B3D2-4715-8128-8E196FE4473C}" dt="2026-08-06T05:33:39.782" v="1581" actId="5793"/>
          <ac:spMkLst>
            <pc:docMk/>
            <pc:sldMk cId="1940757712" sldId="273"/>
            <ac:spMk id="6" creationId="{496A5115-A121-4498-5313-F5409E81E03F}"/>
          </ac:spMkLst>
        </pc:spChg>
      </pc:sldChg>
      <pc:sldChg chg="addSp modSp mod">
        <pc:chgData name="MOSIKIRAN K" userId="d0b4e6bc6c537bed" providerId="LiveId" clId="{E80FB0AD-B3D2-4715-8128-8E196FE4473C}" dt="2026-07-27T17:44:08.801" v="1217" actId="20577"/>
        <pc:sldMkLst>
          <pc:docMk/>
          <pc:sldMk cId="4072272302" sldId="274"/>
        </pc:sldMkLst>
        <pc:spChg chg="mod">
          <ac:chgData name="MOSIKIRAN K" userId="d0b4e6bc6c537bed" providerId="LiveId" clId="{E80FB0AD-B3D2-4715-8128-8E196FE4473C}" dt="2026-07-27T17:42:40.090" v="1192" actId="122"/>
          <ac:spMkLst>
            <pc:docMk/>
            <pc:sldMk cId="4072272302" sldId="274"/>
            <ac:spMk id="2" creationId="{2FD3C357-2562-635B-68A2-DE6483D253D9}"/>
          </ac:spMkLst>
        </pc:spChg>
        <pc:spChg chg="mod">
          <ac:chgData name="MOSIKIRAN K" userId="d0b4e6bc6c537bed" providerId="LiveId" clId="{E80FB0AD-B3D2-4715-8128-8E196FE4473C}" dt="2026-07-27T17:43:58.354" v="1214" actId="2710"/>
          <ac:spMkLst>
            <pc:docMk/>
            <pc:sldMk cId="4072272302" sldId="274"/>
            <ac:spMk id="3" creationId="{FAAB449A-B89D-EDDF-34C0-4E93C21BB66E}"/>
          </ac:spMkLst>
        </pc:spChg>
        <pc:spChg chg="add mod">
          <ac:chgData name="MOSIKIRAN K" userId="d0b4e6bc6c537bed" providerId="LiveId" clId="{E80FB0AD-B3D2-4715-8128-8E196FE4473C}" dt="2026-07-27T17:44:08.801" v="1217" actId="20577"/>
          <ac:spMkLst>
            <pc:docMk/>
            <pc:sldMk cId="4072272302" sldId="274"/>
            <ac:spMk id="4" creationId="{15690650-9F0E-BBF9-2D84-49CA3CCB845D}"/>
          </ac:spMkLst>
        </pc:spChg>
      </pc:sldChg>
      <pc:sldChg chg="modSp mod ord">
        <pc:chgData name="MOSIKIRAN K" userId="d0b4e6bc6c537bed" providerId="LiveId" clId="{E80FB0AD-B3D2-4715-8128-8E196FE4473C}" dt="2026-07-27T17:51:41.921" v="1511" actId="1076"/>
        <pc:sldMkLst>
          <pc:docMk/>
          <pc:sldMk cId="3805351192" sldId="275"/>
        </pc:sldMkLst>
        <pc:spChg chg="mod">
          <ac:chgData name="MOSIKIRAN K" userId="d0b4e6bc6c537bed" providerId="LiveId" clId="{E80FB0AD-B3D2-4715-8128-8E196FE4473C}" dt="2026-07-27T17:51:41.921" v="1511" actId="1076"/>
          <ac:spMkLst>
            <pc:docMk/>
            <pc:sldMk cId="3805351192" sldId="275"/>
            <ac:spMk id="2" creationId="{BB521E0F-2B77-F927-DF04-40FC620C1528}"/>
          </ac:spMkLst>
        </pc:spChg>
        <pc:spChg chg="mod">
          <ac:chgData name="MOSIKIRAN K" userId="d0b4e6bc6c537bed" providerId="LiveId" clId="{E80FB0AD-B3D2-4715-8128-8E196FE4473C}" dt="2026-07-27T17:51:32.646" v="1510" actId="1076"/>
          <ac:spMkLst>
            <pc:docMk/>
            <pc:sldMk cId="3805351192" sldId="275"/>
            <ac:spMk id="3" creationId="{3465F2A9-A288-6139-EFEA-58C6EB05BEC9}"/>
          </ac:spMkLst>
        </pc:spChg>
      </pc:sldChg>
      <pc:sldChg chg="addSp modSp new mod">
        <pc:chgData name="MOSIKIRAN K" userId="d0b4e6bc6c537bed" providerId="LiveId" clId="{E80FB0AD-B3D2-4715-8128-8E196FE4473C}" dt="2026-07-27T17:51:58.947" v="1512" actId="115"/>
        <pc:sldMkLst>
          <pc:docMk/>
          <pc:sldMk cId="1947777704" sldId="276"/>
        </pc:sldMkLst>
        <pc:spChg chg="mod">
          <ac:chgData name="MOSIKIRAN K" userId="d0b4e6bc6c537bed" providerId="LiveId" clId="{E80FB0AD-B3D2-4715-8128-8E196FE4473C}" dt="2026-07-27T17:51:58.947" v="1512" actId="115"/>
          <ac:spMkLst>
            <pc:docMk/>
            <pc:sldMk cId="1947777704" sldId="276"/>
            <ac:spMk id="2" creationId="{4FAF53C9-5CA8-8B8C-DC03-10457B8401CE}"/>
          </ac:spMkLst>
        </pc:spChg>
        <pc:spChg chg="mod">
          <ac:chgData name="MOSIKIRAN K" userId="d0b4e6bc6c537bed" providerId="LiveId" clId="{E80FB0AD-B3D2-4715-8128-8E196FE4473C}" dt="2026-07-27T16:28:28.011" v="591" actId="20577"/>
          <ac:spMkLst>
            <pc:docMk/>
            <pc:sldMk cId="1947777704" sldId="276"/>
            <ac:spMk id="3" creationId="{C720860E-E204-F58F-BC63-8ADD322780F5}"/>
          </ac:spMkLst>
        </pc:spChg>
        <pc:picChg chg="add">
          <ac:chgData name="MOSIKIRAN K" userId="d0b4e6bc6c537bed" providerId="LiveId" clId="{E80FB0AD-B3D2-4715-8128-8E196FE4473C}" dt="2026-07-27T16:25:19.499" v="552" actId="22"/>
          <ac:picMkLst>
            <pc:docMk/>
            <pc:sldMk cId="1947777704" sldId="276"/>
            <ac:picMk id="5" creationId="{3EC1B230-67E9-4FB0-A9F2-6DBF58714005}"/>
          </ac:picMkLst>
        </pc:picChg>
        <pc:picChg chg="add">
          <ac:chgData name="MOSIKIRAN K" userId="d0b4e6bc6c537bed" providerId="LiveId" clId="{E80FB0AD-B3D2-4715-8128-8E196FE4473C}" dt="2026-07-27T16:25:25.894" v="553" actId="22"/>
          <ac:picMkLst>
            <pc:docMk/>
            <pc:sldMk cId="1947777704" sldId="276"/>
            <ac:picMk id="7" creationId="{66628C6C-2D80-716A-BB14-A6204FB8C40C}"/>
          </ac:picMkLst>
        </pc:picChg>
        <pc:picChg chg="add ord">
          <ac:chgData name="MOSIKIRAN K" userId="d0b4e6bc6c537bed" providerId="LiveId" clId="{E80FB0AD-B3D2-4715-8128-8E196FE4473C}" dt="2026-07-27T16:26:42.085" v="566" actId="167"/>
          <ac:picMkLst>
            <pc:docMk/>
            <pc:sldMk cId="1947777704" sldId="276"/>
            <ac:picMk id="9" creationId="{51D8BF45-0FE8-5DD3-688A-579C9F4CC44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6EF5-861B-5FE1-5C19-98A6C1E0AA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E5115A-CAC6-FD53-1367-9ACCF6F5C3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75C527-E0CA-B31B-BAB7-6928BC83587A}"/>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5" name="Footer Placeholder 4">
            <a:extLst>
              <a:ext uri="{FF2B5EF4-FFF2-40B4-BE49-F238E27FC236}">
                <a16:creationId xmlns:a16="http://schemas.microsoft.com/office/drawing/2014/main" id="{A7897252-B6F0-1ADB-367E-5DE7010B84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8A3DA5-DB70-134B-573E-C2086FF64B12}"/>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302749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C7B8-D308-1D32-C072-0AA8A022E4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1978BE-C60F-0B2C-26DD-EF0950F532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3C794-983E-18DE-F13B-712D49D9010E}"/>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5" name="Footer Placeholder 4">
            <a:extLst>
              <a:ext uri="{FF2B5EF4-FFF2-40B4-BE49-F238E27FC236}">
                <a16:creationId xmlns:a16="http://schemas.microsoft.com/office/drawing/2014/main" id="{9D0AC449-443F-6D36-A979-D206A27995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410A74-1D59-CA95-3B9F-6671910B39DE}"/>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3637865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A5BC-0F0F-3511-76F6-AD97A59EF1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59F5DB-5AE1-922C-2874-322AD057E8F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B0D9A2-9D15-54BC-CF07-C27CF0FD807A}"/>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5" name="Footer Placeholder 4">
            <a:extLst>
              <a:ext uri="{FF2B5EF4-FFF2-40B4-BE49-F238E27FC236}">
                <a16:creationId xmlns:a16="http://schemas.microsoft.com/office/drawing/2014/main" id="{BD8E2C1C-A1CF-E86B-1BDC-72E60C2ECF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4E31FF-6E3A-B8B5-518A-9F1368BDAB5A}"/>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1229245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7FB1A-392C-807B-4A90-75DBA2E58A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26104A-9532-DE2A-801C-FB81769C40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D5C352-9001-939A-1650-FECAA5D741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A539905-AF02-B468-2395-086EA4D1E1E6}"/>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6" name="Footer Placeholder 5">
            <a:extLst>
              <a:ext uri="{FF2B5EF4-FFF2-40B4-BE49-F238E27FC236}">
                <a16:creationId xmlns:a16="http://schemas.microsoft.com/office/drawing/2014/main" id="{A5DFB5D4-47B3-C71C-5BE3-2D05CEE935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B24537-1138-F007-4C47-F6C0C468F901}"/>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4042908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3EAB1-8700-47D1-8F2F-7A76554065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5FB785-9004-2B4F-128D-51191BCDB9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E0A3AB-0B8E-2452-14E2-1500A5F5FC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C9C9D8-AE51-4CFE-9E1A-0C6B5059FE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0199FC-4B04-F8C2-63C6-ED6CB198A4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8319C1-35F1-90C0-F0C6-C6DC213B64EA}"/>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8" name="Footer Placeholder 7">
            <a:extLst>
              <a:ext uri="{FF2B5EF4-FFF2-40B4-BE49-F238E27FC236}">
                <a16:creationId xmlns:a16="http://schemas.microsoft.com/office/drawing/2014/main" id="{60635A08-93EF-4F3D-03EC-C015F74A19D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C0CA5E7-1463-1A63-567A-E52EA56D1739}"/>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201800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697FC-52C6-28DC-185B-F93A4DCAD1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393759A-C3D6-7903-A3B0-35C99EBDFC3F}"/>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4" name="Footer Placeholder 3">
            <a:extLst>
              <a:ext uri="{FF2B5EF4-FFF2-40B4-BE49-F238E27FC236}">
                <a16:creationId xmlns:a16="http://schemas.microsoft.com/office/drawing/2014/main" id="{9E6063C4-F519-DFCB-5B13-1115281E6B8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BAE657A-46A8-E301-2EF0-E9FE59114E39}"/>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13937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E4D7FF-9EDA-B468-E8BF-1274C56BE014}"/>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3" name="Footer Placeholder 2">
            <a:extLst>
              <a:ext uri="{FF2B5EF4-FFF2-40B4-BE49-F238E27FC236}">
                <a16:creationId xmlns:a16="http://schemas.microsoft.com/office/drawing/2014/main" id="{C2CE5FD8-C38B-47FB-CB3A-99129590B4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894BF1-7A65-25A9-A789-5CF794C9DDAA}"/>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375721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B323F-294E-1091-C9CF-21AB6F7F2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192C0A-B71B-DC83-037D-51A9CE3D01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1A1269-9A36-4EDA-3D3B-D3D38F5B14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3AE3A9-934F-8799-6EDB-F5FE68343302}"/>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6" name="Footer Placeholder 5">
            <a:extLst>
              <a:ext uri="{FF2B5EF4-FFF2-40B4-BE49-F238E27FC236}">
                <a16:creationId xmlns:a16="http://schemas.microsoft.com/office/drawing/2014/main" id="{C9B3DD47-DE65-F126-6D16-6AE0B78920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C0D1E2-851D-23DD-CB0F-C7EE4AFBC422}"/>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2118607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1A544-414F-DBEE-F131-B53FDF97DA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0AE495-668D-BCFC-7A26-DCAA8E6A1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023CC3-7EDC-3424-B5B9-21BD178FF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3F1B6B-23A0-0B1A-9AD3-43FF14FCB289}"/>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6" name="Footer Placeholder 5">
            <a:extLst>
              <a:ext uri="{FF2B5EF4-FFF2-40B4-BE49-F238E27FC236}">
                <a16:creationId xmlns:a16="http://schemas.microsoft.com/office/drawing/2014/main" id="{4302AD1F-F036-2301-EE17-5A7796B8F8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A0F570-F600-BB06-EFFD-708DEACD03BB}"/>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3889384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CBF69-4111-6CD6-5942-1D0F8F5DDF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D2A0B4-C9A8-790C-5070-998925935D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086820-9BE0-07A1-F128-5B63118C00B5}"/>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5" name="Footer Placeholder 4">
            <a:extLst>
              <a:ext uri="{FF2B5EF4-FFF2-40B4-BE49-F238E27FC236}">
                <a16:creationId xmlns:a16="http://schemas.microsoft.com/office/drawing/2014/main" id="{A1DDAE35-2F46-D26E-840E-2CA23BE8D5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012933-FCE1-7B47-2E69-13D94B8C8400}"/>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3402064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84EBCB-9092-3D0E-D294-1D91968FCE9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F633C6-9CDE-9526-541C-2543650831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D7E9F-3660-0532-BCA7-03CFA20B8075}"/>
              </a:ext>
            </a:extLst>
          </p:cNvPr>
          <p:cNvSpPr>
            <a:spLocks noGrp="1"/>
          </p:cNvSpPr>
          <p:nvPr>
            <p:ph type="dt" sz="half" idx="10"/>
          </p:nvPr>
        </p:nvSpPr>
        <p:spPr/>
        <p:txBody>
          <a:bodyPr/>
          <a:lstStyle/>
          <a:p>
            <a:fld id="{5A4F0F0E-28E4-4DE1-A438-5FFD751720FA}" type="datetimeFigureOut">
              <a:rPr lang="en-IN" smtClean="0"/>
              <a:t>06-08-2026</a:t>
            </a:fld>
            <a:endParaRPr lang="en-IN"/>
          </a:p>
        </p:txBody>
      </p:sp>
      <p:sp>
        <p:nvSpPr>
          <p:cNvPr id="5" name="Footer Placeholder 4">
            <a:extLst>
              <a:ext uri="{FF2B5EF4-FFF2-40B4-BE49-F238E27FC236}">
                <a16:creationId xmlns:a16="http://schemas.microsoft.com/office/drawing/2014/main" id="{EA1A72DE-EAC8-BC60-5F70-484ECFFE5D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1C2143-D9E4-F240-37E8-5ADF9DDFBB6A}"/>
              </a:ext>
            </a:extLst>
          </p:cNvPr>
          <p:cNvSpPr>
            <a:spLocks noGrp="1"/>
          </p:cNvSpPr>
          <p:nvPr>
            <p:ph type="sldNum" sz="quarter" idx="12"/>
          </p:nvPr>
        </p:nvSpPr>
        <p:spPr/>
        <p:txBody>
          <a:bodyPr/>
          <a:lstStyle/>
          <a:p>
            <a:fld id="{79196C9F-C790-4A75-9F57-AD4AAA28DC58}" type="slidenum">
              <a:rPr lang="en-IN" smtClean="0"/>
              <a:t>‹#›</a:t>
            </a:fld>
            <a:endParaRPr lang="en-IN"/>
          </a:p>
        </p:txBody>
      </p:sp>
    </p:spTree>
    <p:extLst>
      <p:ext uri="{BB962C8B-B14F-4D97-AF65-F5344CB8AC3E}">
        <p14:creationId xmlns:p14="http://schemas.microsoft.com/office/powerpoint/2010/main" val="43035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A3F55-5F4F-E205-680B-6E6D967E92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F49B9A-E9AC-E254-D93C-57824CBF14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646001-A038-BF4B-D7D6-8E2AC673AE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4F0F0E-28E4-4DE1-A438-5FFD751720FA}" type="datetimeFigureOut">
              <a:rPr lang="en-IN" smtClean="0"/>
              <a:t>06-08-2026</a:t>
            </a:fld>
            <a:endParaRPr lang="en-IN"/>
          </a:p>
        </p:txBody>
      </p:sp>
      <p:sp>
        <p:nvSpPr>
          <p:cNvPr id="5" name="Footer Placeholder 4">
            <a:extLst>
              <a:ext uri="{FF2B5EF4-FFF2-40B4-BE49-F238E27FC236}">
                <a16:creationId xmlns:a16="http://schemas.microsoft.com/office/drawing/2014/main" id="{B5E5466B-4B69-7DF6-809F-5CFA488C24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7970432-AD63-E1BD-0BDA-FAC7E81C81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196C9F-C790-4A75-9F57-AD4AAA28DC58}" type="slidenum">
              <a:rPr lang="en-IN" smtClean="0"/>
              <a:t>‹#›</a:t>
            </a:fld>
            <a:endParaRPr lang="en-IN"/>
          </a:p>
        </p:txBody>
      </p:sp>
    </p:spTree>
    <p:extLst>
      <p:ext uri="{BB962C8B-B14F-4D97-AF65-F5344CB8AC3E}">
        <p14:creationId xmlns:p14="http://schemas.microsoft.com/office/powerpoint/2010/main" val="25535371"/>
      </p:ext>
    </p:extLst>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8FAB7-472D-E5ED-A03C-1C0ECC041000}"/>
              </a:ext>
            </a:extLst>
          </p:cNvPr>
          <p:cNvSpPr>
            <a:spLocks noGrp="1"/>
          </p:cNvSpPr>
          <p:nvPr>
            <p:ph type="ctrTitle"/>
          </p:nvPr>
        </p:nvSpPr>
        <p:spPr>
          <a:xfrm>
            <a:off x="1474839" y="1233678"/>
            <a:ext cx="9144000" cy="1060296"/>
          </a:xfrm>
        </p:spPr>
        <p:txBody>
          <a:bodyPr>
            <a:noAutofit/>
          </a:bodyPr>
          <a:lstStyle/>
          <a:p>
            <a:r>
              <a:rPr lang="en-US" sz="4000" b="1" dirty="0">
                <a:solidFill>
                  <a:srgbClr val="7030A0"/>
                </a:solidFill>
                <a:latin typeface="Times New Roman" panose="02020603050405020304" pitchFamily="18" charset="0"/>
                <a:cs typeface="Times New Roman" panose="02020603050405020304" pitchFamily="18" charset="0"/>
              </a:rPr>
              <a:t>ONLINE COURSE REGISTRATION AND MANAGEMENT SYSTEM</a:t>
            </a:r>
            <a:endParaRPr lang="en-IN" sz="4000" b="1" dirty="0">
              <a:solidFill>
                <a:srgbClr val="7030A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122A93D-484B-3B8D-A6B0-CFF691AAB16A}"/>
              </a:ext>
            </a:extLst>
          </p:cNvPr>
          <p:cNvSpPr>
            <a:spLocks noGrp="1"/>
          </p:cNvSpPr>
          <p:nvPr>
            <p:ph type="subTitle" idx="1"/>
          </p:nvPr>
        </p:nvSpPr>
        <p:spPr>
          <a:xfrm>
            <a:off x="1221285" y="2676308"/>
            <a:ext cx="9144000" cy="535853"/>
          </a:xfrm>
        </p:spPr>
        <p:txBody>
          <a:bodyPr>
            <a:noAutofit/>
          </a:bodyPr>
          <a:lstStyle/>
          <a:p>
            <a:pPr algn="ctr"/>
            <a:r>
              <a:rPr lang="en-IN" b="1" u="sng" dirty="0">
                <a:solidFill>
                  <a:schemeClr val="tx1"/>
                </a:solidFill>
                <a:latin typeface="Times New Roman" panose="02020603050405020304" pitchFamily="18" charset="0"/>
                <a:cs typeface="Times New Roman" panose="02020603050405020304" pitchFamily="18" charset="0"/>
              </a:rPr>
              <a:t>CSA0315 – DATA STRUCTUR</a:t>
            </a:r>
            <a:r>
              <a:rPr lang="en-IN" b="1" u="sng" dirty="0">
                <a:latin typeface="Times New Roman" panose="02020603050405020304" pitchFamily="18" charset="0"/>
                <a:cs typeface="Times New Roman" panose="02020603050405020304" pitchFamily="18" charset="0"/>
              </a:rPr>
              <a:t>ES</a:t>
            </a:r>
            <a:endParaRPr lang="en-IN" b="1" u="sng"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EA54E05-C53B-D62F-D6FD-F146D2B8DC2A}"/>
              </a:ext>
            </a:extLst>
          </p:cNvPr>
          <p:cNvSpPr txBox="1"/>
          <p:nvPr/>
        </p:nvSpPr>
        <p:spPr>
          <a:xfrm>
            <a:off x="7053602" y="4564026"/>
            <a:ext cx="3565237" cy="1631216"/>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By</a:t>
            </a:r>
            <a:r>
              <a:rPr lang="en-IN" sz="2000" dirty="0">
                <a:latin typeface="Times New Roman" panose="02020603050405020304" pitchFamily="18" charset="0"/>
                <a:cs typeface="Times New Roman" panose="02020603050405020304" pitchFamily="18" charset="0"/>
              </a:rPr>
              <a:t> : </a:t>
            </a:r>
          </a:p>
          <a:p>
            <a:r>
              <a:rPr lang="en-IN" sz="2000" dirty="0">
                <a:latin typeface="Times New Roman" panose="02020603050405020304" pitchFamily="18" charset="0"/>
                <a:cs typeface="Times New Roman" panose="02020603050405020304" pitchFamily="18" charset="0"/>
              </a:rPr>
              <a:t>    Harshith G (192525394</a:t>
            </a:r>
            <a:r>
              <a:rPr lang="en-IN" sz="2000" dirty="0">
                <a:latin typeface="Aptos Narrow" panose="020B0004020202020204" pitchFamily="34" charset="0"/>
              </a:rPr>
              <a:t>)</a:t>
            </a:r>
          </a:p>
          <a:p>
            <a:r>
              <a:rPr lang="en-IN" sz="2000" dirty="0">
                <a:latin typeface="Aptos Narrow" panose="020B0004020202020204" pitchFamily="34" charset="0"/>
              </a:rPr>
              <a:t>     </a:t>
            </a:r>
            <a:r>
              <a:rPr lang="en-IN" sz="2000" dirty="0">
                <a:latin typeface="Times New Roman" panose="02020603050405020304" pitchFamily="18" charset="0"/>
                <a:cs typeface="Times New Roman" panose="02020603050405020304" pitchFamily="18" charset="0"/>
              </a:rPr>
              <a:t>Santhosh S (192524277)</a:t>
            </a:r>
          </a:p>
          <a:p>
            <a:r>
              <a:rPr lang="en-IN" sz="2000">
                <a:latin typeface="Times New Roman" panose="02020603050405020304" pitchFamily="18" charset="0"/>
                <a:cs typeface="Times New Roman" panose="02020603050405020304" pitchFamily="18" charset="0"/>
              </a:rPr>
              <a:t>    Manish G   (192210591)</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8D8D1C8-FC75-2608-9659-2DF4065E7FAE}"/>
              </a:ext>
            </a:extLst>
          </p:cNvPr>
          <p:cNvPicPr>
            <a:picLocks noChangeAspect="1"/>
          </p:cNvPicPr>
          <p:nvPr/>
        </p:nvPicPr>
        <p:blipFill>
          <a:blip r:embed="rId2"/>
          <a:stretch>
            <a:fillRect/>
          </a:stretch>
        </p:blipFill>
        <p:spPr>
          <a:xfrm>
            <a:off x="413903" y="60559"/>
            <a:ext cx="807382" cy="1060296"/>
          </a:xfrm>
          <a:prstGeom prst="rect">
            <a:avLst/>
          </a:prstGeom>
        </p:spPr>
      </p:pic>
      <p:pic>
        <p:nvPicPr>
          <p:cNvPr id="6" name="Picture 5">
            <a:extLst>
              <a:ext uri="{FF2B5EF4-FFF2-40B4-BE49-F238E27FC236}">
                <a16:creationId xmlns:a16="http://schemas.microsoft.com/office/drawing/2014/main" id="{486B3B2D-82A7-8FB7-4397-0A5A7DCE7CA5}"/>
              </a:ext>
            </a:extLst>
          </p:cNvPr>
          <p:cNvPicPr>
            <a:picLocks noChangeAspect="1"/>
          </p:cNvPicPr>
          <p:nvPr/>
        </p:nvPicPr>
        <p:blipFill>
          <a:blip r:embed="rId3"/>
          <a:stretch>
            <a:fillRect/>
          </a:stretch>
        </p:blipFill>
        <p:spPr>
          <a:xfrm>
            <a:off x="11101584" y="60559"/>
            <a:ext cx="1004999" cy="999737"/>
          </a:xfrm>
          <a:prstGeom prst="rect">
            <a:avLst/>
          </a:prstGeom>
        </p:spPr>
      </p:pic>
      <p:sp>
        <p:nvSpPr>
          <p:cNvPr id="5" name="TextBox 4">
            <a:extLst>
              <a:ext uri="{FF2B5EF4-FFF2-40B4-BE49-F238E27FC236}">
                <a16:creationId xmlns:a16="http://schemas.microsoft.com/office/drawing/2014/main" id="{F39A2176-4208-04CB-1FE2-E38E9884B7CC}"/>
              </a:ext>
            </a:extLst>
          </p:cNvPr>
          <p:cNvSpPr txBox="1"/>
          <p:nvPr/>
        </p:nvSpPr>
        <p:spPr>
          <a:xfrm>
            <a:off x="1068155" y="4565884"/>
            <a:ext cx="2397195"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Guided By:</a:t>
            </a:r>
          </a:p>
          <a:p>
            <a:r>
              <a:rPr lang="en-US" sz="2000" dirty="0">
                <a:latin typeface="Times New Roman" panose="02020603050405020304" pitchFamily="18" charset="0"/>
                <a:cs typeface="Times New Roman" panose="02020603050405020304" pitchFamily="18" charset="0"/>
              </a:rPr>
              <a:t>   Dr T Rajesh Kumar</a:t>
            </a:r>
          </a:p>
        </p:txBody>
      </p:sp>
    </p:spTree>
    <p:extLst>
      <p:ext uri="{BB962C8B-B14F-4D97-AF65-F5344CB8AC3E}">
        <p14:creationId xmlns:p14="http://schemas.microsoft.com/office/powerpoint/2010/main" val="1634988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1D8BF45-0FE8-5DD3-688A-579C9F4CC444}"/>
              </a:ext>
            </a:extLst>
          </p:cNvPr>
          <p:cNvPicPr>
            <a:picLocks noChangeAspect="1"/>
          </p:cNvPicPr>
          <p:nvPr/>
        </p:nvPicPr>
        <p:blipFill>
          <a:blip r:embed="rId2">
            <a:alphaModFix amt="50000"/>
          </a:blip>
          <a:stretch>
            <a:fillRect/>
          </a:stretch>
        </p:blipFill>
        <p:spPr>
          <a:xfrm>
            <a:off x="0" y="-1"/>
            <a:ext cx="12192000" cy="6857999"/>
          </a:xfrm>
          <a:prstGeom prst="rect">
            <a:avLst/>
          </a:prstGeom>
        </p:spPr>
      </p:pic>
      <p:sp>
        <p:nvSpPr>
          <p:cNvPr id="2" name="Title 1">
            <a:extLst>
              <a:ext uri="{FF2B5EF4-FFF2-40B4-BE49-F238E27FC236}">
                <a16:creationId xmlns:a16="http://schemas.microsoft.com/office/drawing/2014/main" id="{4FAF53C9-5CA8-8B8C-DC03-10457B8401CE}"/>
              </a:ext>
            </a:extLst>
          </p:cNvPr>
          <p:cNvSpPr>
            <a:spLocks noGrp="1"/>
          </p:cNvSpPr>
          <p:nvPr>
            <p:ph type="title"/>
          </p:nvPr>
        </p:nvSpPr>
        <p:spPr>
          <a:xfrm>
            <a:off x="838200" y="222154"/>
            <a:ext cx="10515600" cy="784196"/>
          </a:xfrm>
        </p:spPr>
        <p:txBody>
          <a:bodyPr>
            <a:normAutofit/>
          </a:bodyPr>
          <a:lstStyle/>
          <a:p>
            <a:pPr algn="ctr"/>
            <a:r>
              <a:rPr lang="en-US" sz="3400" b="1" u="sng" dirty="0">
                <a:solidFill>
                  <a:srgbClr val="7030A0"/>
                </a:solidFill>
                <a:latin typeface="Times New Roman" panose="02020603050405020304" pitchFamily="18" charset="0"/>
                <a:cs typeface="Times New Roman" panose="02020603050405020304" pitchFamily="18" charset="0"/>
              </a:rPr>
              <a:t>AIM</a:t>
            </a:r>
          </a:p>
        </p:txBody>
      </p:sp>
      <p:sp>
        <p:nvSpPr>
          <p:cNvPr id="3" name="Content Placeholder 2">
            <a:extLst>
              <a:ext uri="{FF2B5EF4-FFF2-40B4-BE49-F238E27FC236}">
                <a16:creationId xmlns:a16="http://schemas.microsoft.com/office/drawing/2014/main" id="{C720860E-E204-F58F-BC63-8ADD322780F5}"/>
              </a:ext>
            </a:extLst>
          </p:cNvPr>
          <p:cNvSpPr>
            <a:spLocks noGrp="1"/>
          </p:cNvSpPr>
          <p:nvPr>
            <p:ph idx="1"/>
          </p:nvPr>
        </p:nvSpPr>
        <p:spPr>
          <a:xfrm>
            <a:off x="838200" y="1371476"/>
            <a:ext cx="10515600" cy="4351338"/>
          </a:xfrm>
        </p:spPr>
        <p:txBody>
          <a:bodyPr>
            <a:normAutofit fontScale="92500"/>
          </a:bodyPr>
          <a:lstStyle/>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Develop a secure and efficient Online Course Registration and Management System for educational institutions.</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Automate course enrollment and registration to reduce manual effort and processing time.</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Manage course information dynamically using the Linked List data structure. </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Implement a Queue-based waitlist system for fair and automatic seat allocation. </a:t>
            </a:r>
          </a:p>
          <a:p>
            <a:pPr>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Enhance accuracy, transparency, and user experience in academic course management.</a:t>
            </a:r>
          </a:p>
        </p:txBody>
      </p:sp>
      <p:pic>
        <p:nvPicPr>
          <p:cNvPr id="5" name="Picture 4">
            <a:extLst>
              <a:ext uri="{FF2B5EF4-FFF2-40B4-BE49-F238E27FC236}">
                <a16:creationId xmlns:a16="http://schemas.microsoft.com/office/drawing/2014/main" id="{3EC1B230-67E9-4FB0-A9F2-6DBF58714005}"/>
              </a:ext>
            </a:extLst>
          </p:cNvPr>
          <p:cNvPicPr>
            <a:picLocks noChangeAspect="1"/>
          </p:cNvPicPr>
          <p:nvPr/>
        </p:nvPicPr>
        <p:blipFill>
          <a:blip r:embed="rId3"/>
          <a:stretch>
            <a:fillRect/>
          </a:stretch>
        </p:blipFill>
        <p:spPr>
          <a:xfrm>
            <a:off x="260773" y="89025"/>
            <a:ext cx="807382" cy="1060296"/>
          </a:xfrm>
          <a:prstGeom prst="rect">
            <a:avLst/>
          </a:prstGeom>
        </p:spPr>
      </p:pic>
      <p:pic>
        <p:nvPicPr>
          <p:cNvPr id="7" name="Picture 6">
            <a:extLst>
              <a:ext uri="{FF2B5EF4-FFF2-40B4-BE49-F238E27FC236}">
                <a16:creationId xmlns:a16="http://schemas.microsoft.com/office/drawing/2014/main" id="{66628C6C-2D80-716A-BB14-A6204FB8C40C}"/>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1947777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BDA8F3-26D5-A4D8-6ADA-B026011F883E}"/>
              </a:ext>
            </a:extLst>
          </p:cNvPr>
          <p:cNvPicPr>
            <a:picLocks noChangeAspect="1"/>
          </p:cNvPicPr>
          <p:nvPr/>
        </p:nvPicPr>
        <p:blipFill>
          <a:blip r:embed="rId2"/>
          <a:stretch>
            <a:fillRect/>
          </a:stretch>
        </p:blipFill>
        <p:spPr>
          <a:xfrm>
            <a:off x="0" y="9832"/>
            <a:ext cx="12192000" cy="6857999"/>
          </a:xfrm>
          <a:prstGeom prst="rect">
            <a:avLst/>
          </a:prstGeom>
        </p:spPr>
      </p:pic>
      <p:sp>
        <p:nvSpPr>
          <p:cNvPr id="2" name="Title 1">
            <a:extLst>
              <a:ext uri="{FF2B5EF4-FFF2-40B4-BE49-F238E27FC236}">
                <a16:creationId xmlns:a16="http://schemas.microsoft.com/office/drawing/2014/main" id="{B74FD9F7-1CA7-45A7-F49D-8B8934133638}"/>
              </a:ext>
            </a:extLst>
          </p:cNvPr>
          <p:cNvSpPr>
            <a:spLocks noGrp="1"/>
          </p:cNvSpPr>
          <p:nvPr>
            <p:ph type="title"/>
          </p:nvPr>
        </p:nvSpPr>
        <p:spPr>
          <a:xfrm>
            <a:off x="838200" y="198871"/>
            <a:ext cx="10515600" cy="861425"/>
          </a:xfrm>
        </p:spPr>
        <p:txBody>
          <a:bodyPr>
            <a:normAutofit/>
          </a:bodyPr>
          <a:lstStyle/>
          <a:p>
            <a:pPr algn="ctr"/>
            <a:r>
              <a:rPr lang="en-US" sz="3600" b="1" u="sng" dirty="0">
                <a:solidFill>
                  <a:srgbClr val="7030A0"/>
                </a:solidFill>
                <a:latin typeface="Times New Roman" panose="02020603050405020304" pitchFamily="18" charset="0"/>
                <a:cs typeface="Times New Roman" panose="02020603050405020304" pitchFamily="18" charset="0"/>
              </a:rPr>
              <a:t>ABSTRACT</a:t>
            </a:r>
            <a:endParaRPr lang="en-IN" sz="3600" b="1" u="sng" dirty="0">
              <a:solidFill>
                <a:srgbClr val="7030A0"/>
              </a:solidFill>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900EC40C-EEF5-5BC8-4CA3-96E35B8DEEFD}"/>
              </a:ext>
            </a:extLst>
          </p:cNvPr>
          <p:cNvSpPr>
            <a:spLocks noGrp="1" noChangeArrowheads="1"/>
          </p:cNvSpPr>
          <p:nvPr>
            <p:ph idx="1"/>
          </p:nvPr>
        </p:nvSpPr>
        <p:spPr bwMode="auto">
          <a:xfrm>
            <a:off x="392729" y="1330696"/>
            <a:ext cx="11406542" cy="5068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200" dirty="0">
                <a:latin typeface="Times New Roman" panose="02020603050405020304" pitchFamily="18" charset="0"/>
                <a:cs typeface="Times New Roman" panose="02020603050405020304" pitchFamily="18" charset="0"/>
              </a:rPr>
              <a:t>The Online Course Registration and Management System is a web-based academic management solution developed to streamline the course enrollment process within educational institutions. The application enables students to browse available courses, verify eligibility, register for courses, and monitor enrollment status through an intuitive interface. The system employs a Linked List to dynamically manage course information and a Queue to maintain student waitlists when course capacity is reached. Upon seat availability, students are automatically enrolled based on the First-In-First-Out (FIFO) principle. By integrating efficient data structures with database management, the proposed solution significantly reduces administrative workload, eliminates manual errors, and improves the overall registration experience.</a:t>
            </a:r>
          </a:p>
          <a:p>
            <a:pPr marL="0" indent="0" algn="just">
              <a:buNone/>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F44AB42-9371-C7AC-5821-FAF67659A5A0}"/>
              </a:ext>
            </a:extLst>
          </p:cNvPr>
          <p:cNvPicPr>
            <a:picLocks noChangeAspect="1"/>
          </p:cNvPicPr>
          <p:nvPr/>
        </p:nvPicPr>
        <p:blipFill>
          <a:blip r:embed="rId3"/>
          <a:stretch>
            <a:fillRect/>
          </a:stretch>
        </p:blipFill>
        <p:spPr>
          <a:xfrm>
            <a:off x="107025" y="0"/>
            <a:ext cx="807382" cy="1060296"/>
          </a:xfrm>
          <a:prstGeom prst="rect">
            <a:avLst/>
          </a:prstGeom>
        </p:spPr>
      </p:pic>
      <p:pic>
        <p:nvPicPr>
          <p:cNvPr id="5" name="Picture 4">
            <a:extLst>
              <a:ext uri="{FF2B5EF4-FFF2-40B4-BE49-F238E27FC236}">
                <a16:creationId xmlns:a16="http://schemas.microsoft.com/office/drawing/2014/main" id="{551AE007-3E16-C44B-ED20-A9E9799E819D}"/>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2350109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4BA0396-713A-334B-EBE3-7860EE2DC830}"/>
              </a:ext>
            </a:extLst>
          </p:cNvPr>
          <p:cNvPicPr>
            <a:picLocks noChangeAspect="1"/>
          </p:cNvPicPr>
          <p:nvPr/>
        </p:nvPicPr>
        <p:blipFill>
          <a:blip r:embed="rId2">
            <a:alphaModFix amt="50000"/>
          </a:blip>
          <a:stretch>
            <a:fillRect/>
          </a:stretch>
        </p:blipFill>
        <p:spPr>
          <a:xfrm>
            <a:off x="0" y="-1"/>
            <a:ext cx="12192000" cy="6857999"/>
          </a:xfrm>
          <a:prstGeom prst="rect">
            <a:avLst/>
          </a:prstGeom>
        </p:spPr>
      </p:pic>
      <p:sp>
        <p:nvSpPr>
          <p:cNvPr id="2" name="Title 1">
            <a:extLst>
              <a:ext uri="{FF2B5EF4-FFF2-40B4-BE49-F238E27FC236}">
                <a16:creationId xmlns:a16="http://schemas.microsoft.com/office/drawing/2014/main" id="{C526558E-7956-415A-70DB-914D0DD9CE19}"/>
              </a:ext>
            </a:extLst>
          </p:cNvPr>
          <p:cNvSpPr>
            <a:spLocks noGrp="1"/>
          </p:cNvSpPr>
          <p:nvPr>
            <p:ph type="title"/>
          </p:nvPr>
        </p:nvSpPr>
        <p:spPr>
          <a:xfrm>
            <a:off x="664464" y="149583"/>
            <a:ext cx="10515600" cy="999738"/>
          </a:xfrm>
        </p:spPr>
        <p:txBody>
          <a:bodyPr>
            <a:normAutofit/>
          </a:bodyPr>
          <a:lstStyle/>
          <a:p>
            <a:pPr algn="ctr"/>
            <a:r>
              <a:rPr lang="en-US" sz="3400" b="1" u="sng" dirty="0">
                <a:solidFill>
                  <a:srgbClr val="7030A0"/>
                </a:solidFill>
                <a:latin typeface="Times New Roman" panose="02020603050405020304" pitchFamily="18" charset="0"/>
                <a:cs typeface="Times New Roman" panose="02020603050405020304" pitchFamily="18" charset="0"/>
              </a:rPr>
              <a:t>I</a:t>
            </a:r>
            <a:r>
              <a:rPr lang="en-IN" sz="3400" b="1" u="sng" dirty="0">
                <a:solidFill>
                  <a:srgbClr val="7030A0"/>
                </a:solidFill>
                <a:latin typeface="Times New Roman" panose="02020603050405020304" pitchFamily="18" charset="0"/>
                <a:cs typeface="Times New Roman" panose="02020603050405020304" pitchFamily="18" charset="0"/>
              </a:rPr>
              <a:t>NTRODUCTION</a:t>
            </a:r>
          </a:p>
        </p:txBody>
      </p:sp>
      <p:sp>
        <p:nvSpPr>
          <p:cNvPr id="9" name="Rectangle 1">
            <a:extLst>
              <a:ext uri="{FF2B5EF4-FFF2-40B4-BE49-F238E27FC236}">
                <a16:creationId xmlns:a16="http://schemas.microsoft.com/office/drawing/2014/main" id="{41398FB7-B3D9-DBA0-7CD8-33D3C9623314}"/>
              </a:ext>
            </a:extLst>
          </p:cNvPr>
          <p:cNvSpPr>
            <a:spLocks noGrp="1" noChangeArrowheads="1"/>
          </p:cNvSpPr>
          <p:nvPr>
            <p:ph idx="1"/>
          </p:nvPr>
        </p:nvSpPr>
        <p:spPr bwMode="auto">
          <a:xfrm>
            <a:off x="445303" y="1160644"/>
            <a:ext cx="11301394" cy="5109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Course registration is a fundamental academic process that requires efficient management of students and course records. </a:t>
            </a:r>
          </a:p>
          <a:p>
            <a:pPr lvl="0" algn="just" eaLnBrk="0" fontAlgn="base" hangingPunct="0">
              <a:lnSpc>
                <a:spcPct val="150000"/>
              </a:lnSpc>
              <a:spcBef>
                <a:spcPct val="0"/>
              </a:spcBef>
              <a:spcAft>
                <a:spcPct val="0"/>
              </a:spcAft>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Traditional manual registration methods are time-consuming, error-prone, and difficult to manage during peak enrollment periods.</a:t>
            </a:r>
          </a:p>
          <a:p>
            <a:pPr lvl="0" algn="just" eaLnBrk="0" fontAlgn="base" hangingPunct="0">
              <a:lnSpc>
                <a:spcPct val="150000"/>
              </a:lnSpc>
              <a:spcBef>
                <a:spcPct val="0"/>
              </a:spcBef>
              <a:spcAft>
                <a:spcPct val="0"/>
              </a:spcAft>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The proposed system provides an online platform for course registration, enrollment tracking, and waitlist management.</a:t>
            </a:r>
          </a:p>
          <a:p>
            <a:pPr lvl="0" algn="just" eaLnBrk="0" fontAlgn="base" hangingPunct="0">
              <a:lnSpc>
                <a:spcPct val="150000"/>
              </a:lnSpc>
              <a:spcBef>
                <a:spcPct val="0"/>
              </a:spcBef>
              <a:spcAft>
                <a:spcPct val="0"/>
              </a:spcAft>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It utilizes Linked List for dynamic course management and Queue (FIFO) for automatic waitlist processing.</a:t>
            </a:r>
          </a:p>
          <a:p>
            <a:pPr lvl="0" algn="just" eaLnBrk="0" fontAlgn="base" hangingPunct="0">
              <a:lnSpc>
                <a:spcPct val="150000"/>
              </a:lnSpc>
              <a:spcBef>
                <a:spcPct val="0"/>
              </a:spcBef>
              <a:spcAft>
                <a:spcPct val="0"/>
              </a:spcAft>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The system improves operational efficiency, reduces administrative workload, and ensures a transparent registration process.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65294DC-A1C7-2328-0382-5FEC336E7EC0}"/>
              </a:ext>
            </a:extLst>
          </p:cNvPr>
          <p:cNvPicPr>
            <a:picLocks noChangeAspect="1"/>
          </p:cNvPicPr>
          <p:nvPr/>
        </p:nvPicPr>
        <p:blipFill>
          <a:blip r:embed="rId3"/>
          <a:stretch>
            <a:fillRect/>
          </a:stretch>
        </p:blipFill>
        <p:spPr>
          <a:xfrm>
            <a:off x="260773" y="89025"/>
            <a:ext cx="807382" cy="1060296"/>
          </a:xfrm>
          <a:prstGeom prst="rect">
            <a:avLst/>
          </a:prstGeom>
        </p:spPr>
      </p:pic>
      <p:pic>
        <p:nvPicPr>
          <p:cNvPr id="4" name="Picture 3">
            <a:extLst>
              <a:ext uri="{FF2B5EF4-FFF2-40B4-BE49-F238E27FC236}">
                <a16:creationId xmlns:a16="http://schemas.microsoft.com/office/drawing/2014/main" id="{6558449E-04FA-D393-35AF-B33A643EE89B}"/>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1833969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6001F71-2BDD-0085-F1E3-85A229FF1C44}"/>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1C0D1C4F-B921-DFC8-D10C-DC1D69E00D2B}"/>
              </a:ext>
            </a:extLst>
          </p:cNvPr>
          <p:cNvSpPr>
            <a:spLocks noGrp="1"/>
          </p:cNvSpPr>
          <p:nvPr>
            <p:ph type="title"/>
          </p:nvPr>
        </p:nvSpPr>
        <p:spPr>
          <a:xfrm>
            <a:off x="757751" y="351040"/>
            <a:ext cx="10515600" cy="779464"/>
          </a:xfrm>
        </p:spPr>
        <p:txBody>
          <a:bodyPr>
            <a:normAutofit fontScale="90000"/>
          </a:bodyPr>
          <a:lstStyle/>
          <a:p>
            <a:pPr algn="ctr"/>
            <a:r>
              <a:rPr lang="en-US" sz="3600" b="1" u="sng" dirty="0">
                <a:solidFill>
                  <a:srgbClr val="7030A0"/>
                </a:solidFill>
                <a:latin typeface="Times New Roman" panose="02020603050405020304" pitchFamily="18" charset="0"/>
                <a:cs typeface="Times New Roman" panose="02020603050405020304" pitchFamily="18" charset="0"/>
              </a:rPr>
              <a:t>MODULE 1 : COURSE CATALOG MANAGEMENT </a:t>
            </a:r>
          </a:p>
        </p:txBody>
      </p:sp>
      <p:sp>
        <p:nvSpPr>
          <p:cNvPr id="3" name="Content Placeholder 2">
            <a:extLst>
              <a:ext uri="{FF2B5EF4-FFF2-40B4-BE49-F238E27FC236}">
                <a16:creationId xmlns:a16="http://schemas.microsoft.com/office/drawing/2014/main" id="{83CFD792-104F-E770-01A0-D1A126F2A905}"/>
              </a:ext>
            </a:extLst>
          </p:cNvPr>
          <p:cNvSpPr>
            <a:spLocks noGrp="1"/>
          </p:cNvSpPr>
          <p:nvPr>
            <p:ph idx="1"/>
          </p:nvPr>
        </p:nvSpPr>
        <p:spPr>
          <a:xfrm>
            <a:off x="510716" y="1285005"/>
            <a:ext cx="11009671" cy="5432579"/>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Objective : </a:t>
            </a:r>
            <a:r>
              <a:rPr lang="en-US" sz="2200" dirty="0">
                <a:latin typeface="Times New Roman" panose="02020603050405020304" pitchFamily="18" charset="0"/>
                <a:cs typeface="Times New Roman" panose="02020603050405020304" pitchFamily="18" charset="0"/>
              </a:rPr>
              <a:t>To maintain a centralized repository of all academic courses offered by the institution.</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Functionalities</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Create and maintain course records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Update course information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Delete obsolete courses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Search courses using Course ID or Course Name </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Display available seats and credit details </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Data Structure Used : </a:t>
            </a:r>
            <a:r>
              <a:rPr lang="en-US" sz="2200" b="1" u="sng" dirty="0">
                <a:latin typeface="Times New Roman" panose="02020603050405020304" pitchFamily="18" charset="0"/>
                <a:cs typeface="Times New Roman" panose="02020603050405020304" pitchFamily="18" charset="0"/>
              </a:rPr>
              <a:t>Linked List</a:t>
            </a:r>
            <a:endParaRPr lang="en-US" sz="2200" u="sng" dirty="0">
              <a:latin typeface="Times New Roman" panose="02020603050405020304" pitchFamily="18" charset="0"/>
              <a:cs typeface="Times New Roman" panose="02020603050405020304" pitchFamily="18" charset="0"/>
            </a:endParaRPr>
          </a:p>
          <a:p>
            <a:pPr marL="0" indent="0">
              <a:buNone/>
            </a:pPr>
            <a:r>
              <a:rPr lang="en-US" sz="2200" dirty="0">
                <a:latin typeface="Times New Roman" panose="02020603050405020304" pitchFamily="18" charset="0"/>
                <a:cs typeface="Times New Roman" panose="02020603050405020304" pitchFamily="18" charset="0"/>
              </a:rPr>
              <a:t>         Dynamic insertion and deletion operations enable efficient management of frequently changing course records.</a:t>
            </a:r>
          </a:p>
        </p:txBody>
      </p:sp>
      <p:pic>
        <p:nvPicPr>
          <p:cNvPr id="6" name="Picture 5">
            <a:extLst>
              <a:ext uri="{FF2B5EF4-FFF2-40B4-BE49-F238E27FC236}">
                <a16:creationId xmlns:a16="http://schemas.microsoft.com/office/drawing/2014/main" id="{965B1E0E-F5F7-ECF8-3B81-44508F6E9AAE}"/>
              </a:ext>
            </a:extLst>
          </p:cNvPr>
          <p:cNvPicPr>
            <a:picLocks noChangeAspect="1"/>
          </p:cNvPicPr>
          <p:nvPr/>
        </p:nvPicPr>
        <p:blipFill>
          <a:blip r:embed="rId3"/>
          <a:stretch>
            <a:fillRect/>
          </a:stretch>
        </p:blipFill>
        <p:spPr>
          <a:xfrm>
            <a:off x="107025" y="0"/>
            <a:ext cx="807382" cy="1060296"/>
          </a:xfrm>
          <a:prstGeom prst="rect">
            <a:avLst/>
          </a:prstGeom>
        </p:spPr>
      </p:pic>
      <p:pic>
        <p:nvPicPr>
          <p:cNvPr id="7" name="Picture 6">
            <a:extLst>
              <a:ext uri="{FF2B5EF4-FFF2-40B4-BE49-F238E27FC236}">
                <a16:creationId xmlns:a16="http://schemas.microsoft.com/office/drawing/2014/main" id="{AB67A4DC-F6BE-B1E2-7654-CBCCB0CF736D}"/>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33868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92A187-5ACA-AC8E-1AD8-09443D945F06}"/>
              </a:ext>
            </a:extLst>
          </p:cNvPr>
          <p:cNvPicPr>
            <a:picLocks noChangeAspect="1"/>
          </p:cNvPicPr>
          <p:nvPr/>
        </p:nvPicPr>
        <p:blipFill>
          <a:blip r:embed="rId2"/>
          <a:stretch>
            <a:fillRect/>
          </a:stretch>
        </p:blipFill>
        <p:spPr>
          <a:xfrm>
            <a:off x="0" y="10653"/>
            <a:ext cx="12192000" cy="6857999"/>
          </a:xfrm>
          <a:prstGeom prst="rect">
            <a:avLst/>
          </a:prstGeom>
        </p:spPr>
      </p:pic>
      <p:sp>
        <p:nvSpPr>
          <p:cNvPr id="2" name="Title 1">
            <a:extLst>
              <a:ext uri="{FF2B5EF4-FFF2-40B4-BE49-F238E27FC236}">
                <a16:creationId xmlns:a16="http://schemas.microsoft.com/office/drawing/2014/main" id="{F6C51E36-CF37-5C76-4914-8AF40DB07FFD}"/>
              </a:ext>
            </a:extLst>
          </p:cNvPr>
          <p:cNvSpPr>
            <a:spLocks noGrp="1"/>
          </p:cNvSpPr>
          <p:nvPr>
            <p:ph type="title"/>
          </p:nvPr>
        </p:nvSpPr>
        <p:spPr>
          <a:xfrm>
            <a:off x="838200" y="77406"/>
            <a:ext cx="10515600" cy="1038123"/>
          </a:xfrm>
        </p:spPr>
        <p:txBody>
          <a:bodyPr>
            <a:normAutofit/>
          </a:bodyPr>
          <a:lstStyle/>
          <a:p>
            <a:pPr algn="ctr"/>
            <a:r>
              <a:rPr lang="en-IN" sz="3400" b="1" u="sng" dirty="0">
                <a:solidFill>
                  <a:srgbClr val="7030A0"/>
                </a:solidFill>
                <a:latin typeface="Times New Roman" panose="02020603050405020304" pitchFamily="18" charset="0"/>
                <a:cs typeface="Times New Roman" panose="02020603050405020304" pitchFamily="18" charset="0"/>
              </a:rPr>
              <a:t>MODULE 2 : </a:t>
            </a:r>
            <a:r>
              <a:rPr lang="en-US" sz="3400" b="1" u="sng" dirty="0">
                <a:solidFill>
                  <a:srgbClr val="7030A0"/>
                </a:solidFill>
                <a:latin typeface="Times New Roman" panose="02020603050405020304" pitchFamily="18" charset="0"/>
                <a:cs typeface="Times New Roman" panose="02020603050405020304" pitchFamily="18" charset="0"/>
              </a:rPr>
              <a:t>STUDENT ENROLLMENT &amp; WAITLIST MANAGEMENT</a:t>
            </a:r>
            <a:r>
              <a:rPr lang="en-IN" sz="3400" b="1" u="sng" dirty="0">
                <a:solidFill>
                  <a:srgbClr val="7030A0"/>
                </a:solidFill>
                <a:latin typeface="Times New Roman" panose="02020603050405020304" pitchFamily="18" charset="0"/>
                <a:cs typeface="Times New Roman" panose="02020603050405020304" pitchFamily="18" charset="0"/>
              </a:rPr>
              <a:t> </a:t>
            </a:r>
          </a:p>
        </p:txBody>
      </p:sp>
      <p:sp>
        <p:nvSpPr>
          <p:cNvPr id="5" name="Rectangle 1">
            <a:extLst>
              <a:ext uri="{FF2B5EF4-FFF2-40B4-BE49-F238E27FC236}">
                <a16:creationId xmlns:a16="http://schemas.microsoft.com/office/drawing/2014/main" id="{5350020B-F8EA-3229-102E-D2F11AEA246D}"/>
              </a:ext>
            </a:extLst>
          </p:cNvPr>
          <p:cNvSpPr>
            <a:spLocks noGrp="1" noChangeArrowheads="1"/>
          </p:cNvSpPr>
          <p:nvPr>
            <p:ph idx="1"/>
          </p:nvPr>
        </p:nvSpPr>
        <p:spPr bwMode="auto">
          <a:xfrm>
            <a:off x="508780" y="1450412"/>
            <a:ext cx="10985130" cy="528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nSpc>
                <a:spcPct val="150000"/>
              </a:lnSpc>
              <a:buNone/>
            </a:pPr>
            <a:r>
              <a:rPr lang="en-US" sz="2200" b="1" dirty="0">
                <a:latin typeface="Times New Roman" panose="02020603050405020304" pitchFamily="18" charset="0"/>
                <a:cs typeface="Times New Roman" panose="02020603050405020304" pitchFamily="18" charset="0"/>
              </a:rPr>
              <a:t>Objective : </a:t>
            </a:r>
            <a:r>
              <a:rPr lang="en-US" sz="2200" dirty="0">
                <a:latin typeface="Times New Roman" panose="02020603050405020304" pitchFamily="18" charset="0"/>
                <a:cs typeface="Times New Roman" panose="02020603050405020304" pitchFamily="18" charset="0"/>
              </a:rPr>
              <a:t>To automate the student enrollment process while ensuring fair allocation of seats.</a:t>
            </a:r>
          </a:p>
          <a:p>
            <a:pPr marL="0" indent="0">
              <a:lnSpc>
                <a:spcPct val="150000"/>
              </a:lnSpc>
              <a:buNone/>
            </a:pPr>
            <a:r>
              <a:rPr lang="en-US" sz="2200" b="1" dirty="0">
                <a:latin typeface="Times New Roman" panose="02020603050405020304" pitchFamily="18" charset="0"/>
                <a:cs typeface="Times New Roman" panose="02020603050405020304" pitchFamily="18" charset="0"/>
              </a:rPr>
              <a:t>Features : </a:t>
            </a:r>
          </a:p>
          <a:p>
            <a:pPr>
              <a:lnSpc>
                <a:spcPct val="150000"/>
              </a:lnSpc>
            </a:pPr>
            <a:r>
              <a:rPr lang="en-US" sz="2200" dirty="0">
                <a:latin typeface="Times New Roman" panose="02020603050405020304" pitchFamily="18" charset="0"/>
                <a:cs typeface="Times New Roman" panose="02020603050405020304" pitchFamily="18" charset="0"/>
              </a:rPr>
              <a:t>Student login and authentication. </a:t>
            </a:r>
          </a:p>
          <a:p>
            <a:pPr>
              <a:lnSpc>
                <a:spcPct val="150000"/>
              </a:lnSpc>
            </a:pPr>
            <a:r>
              <a:rPr lang="en-US" sz="2200" dirty="0">
                <a:latin typeface="Times New Roman" panose="02020603050405020304" pitchFamily="18" charset="0"/>
                <a:cs typeface="Times New Roman" panose="02020603050405020304" pitchFamily="18" charset="0"/>
              </a:rPr>
              <a:t>Online course registration and cancellation. </a:t>
            </a:r>
          </a:p>
          <a:p>
            <a:pPr>
              <a:lnSpc>
                <a:spcPct val="150000"/>
              </a:lnSpc>
            </a:pPr>
            <a:r>
              <a:rPr lang="en-US" sz="2200" dirty="0">
                <a:latin typeface="Times New Roman" panose="02020603050405020304" pitchFamily="18" charset="0"/>
                <a:cs typeface="Times New Roman" panose="02020603050405020304" pitchFamily="18" charset="0"/>
              </a:rPr>
              <a:t>Automatic seat allocation based on availability. </a:t>
            </a:r>
          </a:p>
          <a:p>
            <a:pPr>
              <a:lnSpc>
                <a:spcPct val="150000"/>
              </a:lnSpc>
            </a:pPr>
            <a:r>
              <a:rPr lang="en-US" sz="2200" dirty="0">
                <a:latin typeface="Times New Roman" panose="02020603050405020304" pitchFamily="18" charset="0"/>
                <a:cs typeface="Times New Roman" panose="02020603050405020304" pitchFamily="18" charset="0"/>
              </a:rPr>
              <a:t>Queue-based waitlist management using FIFO. </a:t>
            </a:r>
          </a:p>
          <a:p>
            <a:pPr>
              <a:lnSpc>
                <a:spcPct val="150000"/>
              </a:lnSpc>
            </a:pPr>
            <a:r>
              <a:rPr lang="en-US" sz="2200" dirty="0">
                <a:latin typeface="Times New Roman" panose="02020603050405020304" pitchFamily="18" charset="0"/>
                <a:cs typeface="Times New Roman" panose="02020603050405020304" pitchFamily="18" charset="0"/>
              </a:rPr>
              <a:t>Automatic enrollment when seats become available.</a:t>
            </a:r>
          </a:p>
          <a:p>
            <a:pPr algn="just" eaLnBrk="0" fontAlgn="base" hangingPunct="0">
              <a:lnSpc>
                <a:spcPct val="15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2FC6528-66EE-6F5C-B365-BFBAB46CE0B6}"/>
              </a:ext>
            </a:extLst>
          </p:cNvPr>
          <p:cNvPicPr>
            <a:picLocks noChangeAspect="1"/>
          </p:cNvPicPr>
          <p:nvPr/>
        </p:nvPicPr>
        <p:blipFill>
          <a:blip r:embed="rId3"/>
          <a:stretch>
            <a:fillRect/>
          </a:stretch>
        </p:blipFill>
        <p:spPr>
          <a:xfrm>
            <a:off x="105089" y="10653"/>
            <a:ext cx="807382" cy="1060296"/>
          </a:xfrm>
          <a:prstGeom prst="rect">
            <a:avLst/>
          </a:prstGeom>
        </p:spPr>
      </p:pic>
      <p:pic>
        <p:nvPicPr>
          <p:cNvPr id="7" name="Picture 6">
            <a:extLst>
              <a:ext uri="{FF2B5EF4-FFF2-40B4-BE49-F238E27FC236}">
                <a16:creationId xmlns:a16="http://schemas.microsoft.com/office/drawing/2014/main" id="{FE044D04-F37C-7F2F-E63A-0675286A0CC8}"/>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569746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AB00BE-2EE5-A289-9BDF-D71A667E6182}"/>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C4BE2C67-B448-7784-A110-4BB7B7AC3968}"/>
              </a:ext>
            </a:extLst>
          </p:cNvPr>
          <p:cNvSpPr>
            <a:spLocks noGrp="1"/>
          </p:cNvSpPr>
          <p:nvPr>
            <p:ph type="title"/>
          </p:nvPr>
        </p:nvSpPr>
        <p:spPr>
          <a:xfrm>
            <a:off x="838200" y="280832"/>
            <a:ext cx="10515600" cy="779464"/>
          </a:xfrm>
        </p:spPr>
        <p:txBody>
          <a:bodyPr>
            <a:noAutofit/>
          </a:bodyPr>
          <a:lstStyle/>
          <a:p>
            <a:pPr algn="ctr"/>
            <a:r>
              <a:rPr lang="en-US" sz="3400" b="1" u="sng" dirty="0">
                <a:solidFill>
                  <a:srgbClr val="7030A0"/>
                </a:solidFill>
                <a:latin typeface="Times New Roman" panose="02020603050405020304" pitchFamily="18" charset="0"/>
                <a:cs typeface="Times New Roman" panose="02020603050405020304" pitchFamily="18" charset="0"/>
              </a:rPr>
              <a:t>MODULE 3 : PREREQUISITE &amp; ELIGIBILITY VERIFICATION</a:t>
            </a:r>
          </a:p>
        </p:txBody>
      </p:sp>
      <p:sp>
        <p:nvSpPr>
          <p:cNvPr id="3" name="Content Placeholder 2">
            <a:extLst>
              <a:ext uri="{FF2B5EF4-FFF2-40B4-BE49-F238E27FC236}">
                <a16:creationId xmlns:a16="http://schemas.microsoft.com/office/drawing/2014/main" id="{CB31C695-2B3B-301E-7AF8-C73728A9E205}"/>
              </a:ext>
            </a:extLst>
          </p:cNvPr>
          <p:cNvSpPr>
            <a:spLocks noGrp="1"/>
          </p:cNvSpPr>
          <p:nvPr>
            <p:ph idx="1"/>
          </p:nvPr>
        </p:nvSpPr>
        <p:spPr>
          <a:xfrm>
            <a:off x="912471" y="1497354"/>
            <a:ext cx="8551607" cy="4923586"/>
          </a:xfrm>
        </p:spPr>
        <p:txBody>
          <a:bodyPr>
            <a:noAutofit/>
          </a:bodyPr>
          <a:lstStyle/>
          <a:p>
            <a:pPr marL="0" indent="0">
              <a:lnSpc>
                <a:spcPct val="150000"/>
              </a:lnSpc>
              <a:buNone/>
            </a:pPr>
            <a:r>
              <a:rPr lang="en-US" sz="2200" b="1" dirty="0">
                <a:latin typeface="Times New Roman" panose="02020603050405020304" pitchFamily="18" charset="0"/>
                <a:cs typeface="Times New Roman" panose="02020603050405020304" pitchFamily="18" charset="0"/>
              </a:rPr>
              <a:t>Objective : </a:t>
            </a:r>
            <a:r>
              <a:rPr lang="en-US" sz="2200" dirty="0">
                <a:latin typeface="Times New Roman" panose="02020603050405020304" pitchFamily="18" charset="0"/>
                <a:cs typeface="Times New Roman" panose="02020603050405020304" pitchFamily="18" charset="0"/>
              </a:rPr>
              <a:t>To validate student eligibility before course registration.</a:t>
            </a:r>
          </a:p>
          <a:p>
            <a:pPr marL="0" indent="0">
              <a:lnSpc>
                <a:spcPct val="150000"/>
              </a:lnSpc>
              <a:buNone/>
            </a:pPr>
            <a:r>
              <a:rPr lang="en-US" sz="2200" b="1" dirty="0">
                <a:latin typeface="Times New Roman" panose="02020603050405020304" pitchFamily="18" charset="0"/>
                <a:cs typeface="Times New Roman" panose="02020603050405020304" pitchFamily="18" charset="0"/>
              </a:rPr>
              <a:t>Features : </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Verify prerequisite course completion. </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Check maximum credit limit. </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Prevent duplicate course enrollment. </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Validate course availability. </a:t>
            </a:r>
          </a:p>
          <a:p>
            <a:pPr>
              <a:lnSpc>
                <a:spcPct val="15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Generate enrollment confirmation.</a:t>
            </a:r>
          </a:p>
          <a:p>
            <a:pPr marL="0" indent="0">
              <a:buNone/>
            </a:pP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342B8B7-92C8-4C27-004C-7765B0739595}"/>
              </a:ext>
            </a:extLst>
          </p:cNvPr>
          <p:cNvPicPr>
            <a:picLocks noChangeAspect="1"/>
          </p:cNvPicPr>
          <p:nvPr/>
        </p:nvPicPr>
        <p:blipFill>
          <a:blip r:embed="rId3"/>
          <a:stretch>
            <a:fillRect/>
          </a:stretch>
        </p:blipFill>
        <p:spPr>
          <a:xfrm>
            <a:off x="105089" y="10653"/>
            <a:ext cx="807382" cy="1060296"/>
          </a:xfrm>
          <a:prstGeom prst="rect">
            <a:avLst/>
          </a:prstGeom>
        </p:spPr>
      </p:pic>
      <p:pic>
        <p:nvPicPr>
          <p:cNvPr id="8" name="Picture 7">
            <a:extLst>
              <a:ext uri="{FF2B5EF4-FFF2-40B4-BE49-F238E27FC236}">
                <a16:creationId xmlns:a16="http://schemas.microsoft.com/office/drawing/2014/main" id="{AD2154BE-DA3D-FD15-E2E5-CE320AC1BCED}"/>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2164988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B8D5FA-4CAA-6E47-712F-27CBDE695D93}"/>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CBFEFFD7-FB50-0E75-F765-AA7960ECA3D3}"/>
              </a:ext>
            </a:extLst>
          </p:cNvPr>
          <p:cNvSpPr>
            <a:spLocks noGrp="1"/>
          </p:cNvSpPr>
          <p:nvPr>
            <p:ph type="title"/>
          </p:nvPr>
        </p:nvSpPr>
        <p:spPr>
          <a:xfrm>
            <a:off x="838200" y="365126"/>
            <a:ext cx="10419736" cy="667261"/>
          </a:xfrm>
        </p:spPr>
        <p:txBody>
          <a:bodyPr>
            <a:normAutofit/>
          </a:bodyPr>
          <a:lstStyle/>
          <a:p>
            <a:pPr algn="ctr"/>
            <a:r>
              <a:rPr lang="en-US" sz="3600" b="1" u="sng" dirty="0">
                <a:solidFill>
                  <a:srgbClr val="7030A0"/>
                </a:solidFill>
                <a:latin typeface="Times New Roman" panose="02020603050405020304" pitchFamily="18" charset="0"/>
                <a:cs typeface="Times New Roman" panose="02020603050405020304" pitchFamily="18" charset="0"/>
              </a:rPr>
              <a:t>ALGORITHM</a:t>
            </a:r>
            <a:endParaRPr lang="en-US" sz="3600" dirty="0"/>
          </a:p>
        </p:txBody>
      </p:sp>
      <p:sp>
        <p:nvSpPr>
          <p:cNvPr id="3" name="Content Placeholder 2">
            <a:extLst>
              <a:ext uri="{FF2B5EF4-FFF2-40B4-BE49-F238E27FC236}">
                <a16:creationId xmlns:a16="http://schemas.microsoft.com/office/drawing/2014/main" id="{9C660EE5-037E-DF70-65E9-B1EBF6A2C1FB}"/>
              </a:ext>
            </a:extLst>
          </p:cNvPr>
          <p:cNvSpPr>
            <a:spLocks noGrp="1"/>
          </p:cNvSpPr>
          <p:nvPr>
            <p:ph idx="1"/>
          </p:nvPr>
        </p:nvSpPr>
        <p:spPr>
          <a:xfrm>
            <a:off x="749228" y="1070949"/>
            <a:ext cx="10515600" cy="5787050"/>
          </a:xfrm>
        </p:spPr>
        <p:txBody>
          <a:bodyPr>
            <a:noAutofit/>
          </a:bodyPr>
          <a:lstStyle/>
          <a:p>
            <a:pPr marL="0" indent="0">
              <a:lnSpc>
                <a:spcPct val="150000"/>
              </a:lnSpc>
              <a:buNone/>
            </a:pPr>
            <a:r>
              <a:rPr lang="en-US" sz="2200" b="1" dirty="0">
                <a:latin typeface="Times New Roman" panose="02020603050405020304" pitchFamily="18" charset="0"/>
                <a:cs typeface="Times New Roman" panose="02020603050405020304" pitchFamily="18" charset="0"/>
              </a:rPr>
              <a:t>Course Registration Algorithm</a:t>
            </a:r>
          </a:p>
          <a:p>
            <a:pPr>
              <a:lnSpc>
                <a:spcPct val="150000"/>
              </a:lnSpc>
            </a:pPr>
            <a:r>
              <a:rPr lang="en-US" sz="2200" b="1" dirty="0">
                <a:latin typeface="Times New Roman" panose="02020603050405020304" pitchFamily="18" charset="0"/>
                <a:cs typeface="Times New Roman" panose="02020603050405020304" pitchFamily="18" charset="0"/>
              </a:rPr>
              <a:t>Step 1:</a:t>
            </a:r>
            <a:r>
              <a:rPr lang="en-US" sz="2200" dirty="0">
                <a:latin typeface="Times New Roman" panose="02020603050405020304" pitchFamily="18" charset="0"/>
                <a:cs typeface="Times New Roman" panose="02020603050405020304" pitchFamily="18" charset="0"/>
              </a:rPr>
              <a:t> Student logs into the system.</a:t>
            </a:r>
          </a:p>
          <a:p>
            <a:pPr>
              <a:lnSpc>
                <a:spcPct val="150000"/>
              </a:lnSpc>
            </a:pPr>
            <a:r>
              <a:rPr lang="en-US" sz="2200" b="1" dirty="0">
                <a:latin typeface="Times New Roman" panose="02020603050405020304" pitchFamily="18" charset="0"/>
                <a:cs typeface="Times New Roman" panose="02020603050405020304" pitchFamily="18" charset="0"/>
              </a:rPr>
              <a:t>Step 2:</a:t>
            </a:r>
            <a:r>
              <a:rPr lang="en-US" sz="2200" dirty="0">
                <a:latin typeface="Times New Roman" panose="02020603050405020304" pitchFamily="18" charset="0"/>
                <a:cs typeface="Times New Roman" panose="02020603050405020304" pitchFamily="18" charset="0"/>
              </a:rPr>
              <a:t> Display available courses.</a:t>
            </a:r>
          </a:p>
          <a:p>
            <a:pPr>
              <a:lnSpc>
                <a:spcPct val="150000"/>
              </a:lnSpc>
            </a:pPr>
            <a:r>
              <a:rPr lang="en-US" sz="2200" b="1" dirty="0">
                <a:latin typeface="Times New Roman" panose="02020603050405020304" pitchFamily="18" charset="0"/>
                <a:cs typeface="Times New Roman" panose="02020603050405020304" pitchFamily="18" charset="0"/>
              </a:rPr>
              <a:t>Step 3:</a:t>
            </a:r>
            <a:r>
              <a:rPr lang="en-US" sz="2200" dirty="0">
                <a:latin typeface="Times New Roman" panose="02020603050405020304" pitchFamily="18" charset="0"/>
                <a:cs typeface="Times New Roman" panose="02020603050405020304" pitchFamily="18" charset="0"/>
              </a:rPr>
              <a:t> Student selects desired course.</a:t>
            </a:r>
          </a:p>
          <a:p>
            <a:pPr>
              <a:lnSpc>
                <a:spcPct val="150000"/>
              </a:lnSpc>
            </a:pPr>
            <a:r>
              <a:rPr lang="en-US" sz="2200" b="1" dirty="0">
                <a:latin typeface="Times New Roman" panose="02020603050405020304" pitchFamily="18" charset="0"/>
                <a:cs typeface="Times New Roman" panose="02020603050405020304" pitchFamily="18" charset="0"/>
              </a:rPr>
              <a:t>Step 4:</a:t>
            </a:r>
            <a:r>
              <a:rPr lang="en-US" sz="2200" dirty="0">
                <a:latin typeface="Times New Roman" panose="02020603050405020304" pitchFamily="18" charset="0"/>
                <a:cs typeface="Times New Roman" panose="02020603050405020304" pitchFamily="18" charset="0"/>
              </a:rPr>
              <a:t> Verify prerequisite eligibility.</a:t>
            </a:r>
          </a:p>
          <a:p>
            <a:pPr>
              <a:lnSpc>
                <a:spcPct val="150000"/>
              </a:lnSpc>
            </a:pPr>
            <a:r>
              <a:rPr lang="en-US" sz="2200" b="1" dirty="0">
                <a:latin typeface="Times New Roman" panose="02020603050405020304" pitchFamily="18" charset="0"/>
                <a:cs typeface="Times New Roman" panose="02020603050405020304" pitchFamily="18" charset="0"/>
              </a:rPr>
              <a:t>Step 5:</a:t>
            </a:r>
            <a:r>
              <a:rPr lang="en-US" sz="2200" dirty="0">
                <a:latin typeface="Times New Roman" panose="02020603050405020304" pitchFamily="18" charset="0"/>
                <a:cs typeface="Times New Roman" panose="02020603050405020304" pitchFamily="18" charset="0"/>
              </a:rPr>
              <a:t> Check seat availability.</a:t>
            </a:r>
          </a:p>
          <a:p>
            <a:pPr>
              <a:lnSpc>
                <a:spcPct val="150000"/>
              </a:lnSpc>
            </a:pPr>
            <a:r>
              <a:rPr lang="en-US" sz="2200" b="1" dirty="0">
                <a:latin typeface="Times New Roman" panose="02020603050405020304" pitchFamily="18" charset="0"/>
                <a:cs typeface="Times New Roman" panose="02020603050405020304" pitchFamily="18" charset="0"/>
              </a:rPr>
              <a:t>Step 6:</a:t>
            </a:r>
            <a:r>
              <a:rPr lang="en-US" sz="2200" dirty="0">
                <a:latin typeface="Times New Roman" panose="02020603050405020304" pitchFamily="18" charset="0"/>
                <a:cs typeface="Times New Roman" panose="02020603050405020304" pitchFamily="18" charset="0"/>
              </a:rPr>
              <a:t> If seats are available, enroll the student.</a:t>
            </a:r>
          </a:p>
          <a:p>
            <a:pPr>
              <a:lnSpc>
                <a:spcPct val="150000"/>
              </a:lnSpc>
            </a:pPr>
            <a:r>
              <a:rPr lang="en-US" sz="2200" b="1" dirty="0">
                <a:latin typeface="Times New Roman" panose="02020603050405020304" pitchFamily="18" charset="0"/>
                <a:cs typeface="Times New Roman" panose="02020603050405020304" pitchFamily="18" charset="0"/>
              </a:rPr>
              <a:t>Step 7:</a:t>
            </a:r>
            <a:r>
              <a:rPr lang="en-US" sz="2200" dirty="0">
                <a:latin typeface="Times New Roman" panose="02020603050405020304" pitchFamily="18" charset="0"/>
                <a:cs typeface="Times New Roman" panose="02020603050405020304" pitchFamily="18" charset="0"/>
              </a:rPr>
              <a:t> Otherwise, add the student to the waitlist queue.</a:t>
            </a:r>
          </a:p>
          <a:p>
            <a:pPr>
              <a:lnSpc>
                <a:spcPct val="150000"/>
              </a:lnSpc>
            </a:pPr>
            <a:r>
              <a:rPr lang="en-US" sz="2200" b="1" dirty="0">
                <a:latin typeface="Times New Roman" panose="02020603050405020304" pitchFamily="18" charset="0"/>
                <a:cs typeface="Times New Roman" panose="02020603050405020304" pitchFamily="18" charset="0"/>
              </a:rPr>
              <a:t>Step 8:</a:t>
            </a:r>
            <a:r>
              <a:rPr lang="en-US" sz="2200" dirty="0">
                <a:latin typeface="Times New Roman" panose="02020603050405020304" pitchFamily="18" charset="0"/>
                <a:cs typeface="Times New Roman" panose="02020603050405020304" pitchFamily="18" charset="0"/>
              </a:rPr>
              <a:t> Update the database and display confirmation.</a:t>
            </a:r>
          </a:p>
        </p:txBody>
      </p:sp>
      <p:pic>
        <p:nvPicPr>
          <p:cNvPr id="6" name="Picture 5">
            <a:extLst>
              <a:ext uri="{FF2B5EF4-FFF2-40B4-BE49-F238E27FC236}">
                <a16:creationId xmlns:a16="http://schemas.microsoft.com/office/drawing/2014/main" id="{669CF195-57ED-A4C2-7E22-2BA71296DD4C}"/>
              </a:ext>
            </a:extLst>
          </p:cNvPr>
          <p:cNvPicPr>
            <a:picLocks noChangeAspect="1"/>
          </p:cNvPicPr>
          <p:nvPr/>
        </p:nvPicPr>
        <p:blipFill>
          <a:blip r:embed="rId3"/>
          <a:stretch>
            <a:fillRect/>
          </a:stretch>
        </p:blipFill>
        <p:spPr>
          <a:xfrm>
            <a:off x="105089" y="10653"/>
            <a:ext cx="807382" cy="1060296"/>
          </a:xfrm>
          <a:prstGeom prst="rect">
            <a:avLst/>
          </a:prstGeom>
        </p:spPr>
      </p:pic>
      <p:pic>
        <p:nvPicPr>
          <p:cNvPr id="7" name="Picture 6">
            <a:extLst>
              <a:ext uri="{FF2B5EF4-FFF2-40B4-BE49-F238E27FC236}">
                <a16:creationId xmlns:a16="http://schemas.microsoft.com/office/drawing/2014/main" id="{F14902F0-D24F-527F-DA6A-0FB25F722C4B}"/>
              </a:ext>
            </a:extLst>
          </p:cNvPr>
          <p:cNvPicPr>
            <a:picLocks noChangeAspect="1"/>
          </p:cNvPicPr>
          <p:nvPr/>
        </p:nvPicPr>
        <p:blipFill>
          <a:blip r:embed="rId4"/>
          <a:stretch>
            <a:fillRect/>
          </a:stretch>
        </p:blipFill>
        <p:spPr>
          <a:xfrm>
            <a:off x="11101584" y="60559"/>
            <a:ext cx="1004999" cy="999737"/>
          </a:xfrm>
          <a:prstGeom prst="rect">
            <a:avLst/>
          </a:prstGeom>
        </p:spPr>
      </p:pic>
      <p:pic>
        <p:nvPicPr>
          <p:cNvPr id="4" name="Picture 3" descr="Flowchart Algorithm Images – Browse 7,581 Stock Photos, Vectors, and ...">
            <a:extLst>
              <a:ext uri="{FF2B5EF4-FFF2-40B4-BE49-F238E27FC236}">
                <a16:creationId xmlns:a16="http://schemas.microsoft.com/office/drawing/2014/main" id="{7FD89260-A49C-A828-FBD8-BD75A02AC254}"/>
              </a:ext>
            </a:extLst>
          </p:cNvPr>
          <p:cNvPicPr>
            <a:picLocks noChangeAspect="1"/>
          </p:cNvPicPr>
          <p:nvPr/>
        </p:nvPicPr>
        <p:blipFill>
          <a:blip r:embed="rId5"/>
          <a:stretch>
            <a:fillRect/>
          </a:stretch>
        </p:blipFill>
        <p:spPr>
          <a:xfrm>
            <a:off x="7554409" y="1958585"/>
            <a:ext cx="3888363" cy="219062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507254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DC68B0-2C7B-138C-CADA-6AE4065EC29B}"/>
              </a:ext>
            </a:extLst>
          </p:cNvPr>
          <p:cNvPicPr>
            <a:picLocks noChangeAspect="1"/>
          </p:cNvPicPr>
          <p:nvPr/>
        </p:nvPicPr>
        <p:blipFill>
          <a:blip r:embed="rId2"/>
          <a:stretch>
            <a:fillRect/>
          </a:stretch>
        </p:blipFill>
        <p:spPr>
          <a:xfrm>
            <a:off x="0" y="9528"/>
            <a:ext cx="12192000" cy="6857999"/>
          </a:xfrm>
          <a:prstGeom prst="rect">
            <a:avLst/>
          </a:prstGeom>
        </p:spPr>
      </p:pic>
      <p:sp>
        <p:nvSpPr>
          <p:cNvPr id="2" name="Title 1">
            <a:extLst>
              <a:ext uri="{FF2B5EF4-FFF2-40B4-BE49-F238E27FC236}">
                <a16:creationId xmlns:a16="http://schemas.microsoft.com/office/drawing/2014/main" id="{88016EE2-F370-9E40-AC9E-87604591EA11}"/>
              </a:ext>
            </a:extLst>
          </p:cNvPr>
          <p:cNvSpPr>
            <a:spLocks noGrp="1"/>
          </p:cNvSpPr>
          <p:nvPr>
            <p:ph type="title"/>
          </p:nvPr>
        </p:nvSpPr>
        <p:spPr>
          <a:xfrm>
            <a:off x="762000" y="9528"/>
            <a:ext cx="10515600" cy="769811"/>
          </a:xfrm>
        </p:spPr>
        <p:txBody>
          <a:bodyPr>
            <a:normAutofit/>
          </a:bodyPr>
          <a:lstStyle/>
          <a:p>
            <a:pPr algn="ctr"/>
            <a:r>
              <a:rPr lang="en-IN" sz="3600" b="1" u="sng" dirty="0">
                <a:solidFill>
                  <a:srgbClr val="7030A0"/>
                </a:solidFill>
                <a:latin typeface="Times New Roman" panose="02020603050405020304" pitchFamily="18" charset="0"/>
                <a:cs typeface="Times New Roman" panose="02020603050405020304" pitchFamily="18" charset="0"/>
              </a:rPr>
              <a:t>PSEUDOCODE </a:t>
            </a:r>
          </a:p>
        </p:txBody>
      </p:sp>
      <p:sp>
        <p:nvSpPr>
          <p:cNvPr id="6" name="Rectangle 2">
            <a:extLst>
              <a:ext uri="{FF2B5EF4-FFF2-40B4-BE49-F238E27FC236}">
                <a16:creationId xmlns:a16="http://schemas.microsoft.com/office/drawing/2014/main" id="{27505561-2737-417F-231B-E70B4C3A5D85}"/>
              </a:ext>
            </a:extLst>
          </p:cNvPr>
          <p:cNvSpPr>
            <a:spLocks noGrp="1" noChangeArrowheads="1"/>
          </p:cNvSpPr>
          <p:nvPr>
            <p:ph idx="1"/>
          </p:nvPr>
        </p:nvSpPr>
        <p:spPr bwMode="auto">
          <a:xfrm>
            <a:off x="892799" y="933227"/>
            <a:ext cx="10656937"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BEGIN</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Login Student</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Display Available Courses</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Student Selects Course</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Check Eligibility</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IF Student is Eligible THEN</a:t>
            </a:r>
          </a:p>
          <a:p>
            <a:pPr marL="0" indent="0" algn="just"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IF Seats Available THEN</a:t>
            </a:r>
          </a:p>
          <a:p>
            <a:pPr marL="0" indent="0" algn="just"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Enroll Student</a:t>
            </a:r>
          </a:p>
          <a:p>
            <a:pPr marL="0" indent="0" algn="just"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Update Database</a:t>
            </a:r>
          </a:p>
          <a:p>
            <a:pPr marL="0" indent="0" algn="just"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ELSE</a:t>
            </a:r>
          </a:p>
          <a:p>
            <a:pPr marL="0" indent="0" algn="just"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Add Student to Waitlist (Queue)</a:t>
            </a:r>
          </a:p>
          <a:p>
            <a:pPr marL="0" indent="0" algn="just" eaLnBrk="0" fontAlgn="base" hangingPunct="0">
              <a:lnSpc>
                <a:spcPct val="100000"/>
              </a:lnSpc>
              <a:spcBef>
                <a:spcPct val="0"/>
              </a:spcBef>
              <a:spcAft>
                <a:spcPct val="0"/>
              </a:spcAft>
              <a:buNone/>
            </a:pPr>
            <a:r>
              <a:rPr lang="en-US" altLang="en-US" sz="2000" dirty="0">
                <a:latin typeface="Times New Roman" panose="02020603050405020304" pitchFamily="18" charset="0"/>
                <a:cs typeface="Times New Roman" panose="02020603050405020304" pitchFamily="18" charset="0"/>
              </a:rPr>
              <a:t>      ENDIF</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ELSE</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Display "Not Eligible"</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ENDIF</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Display Enrollment Status</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 Logout</a:t>
            </a:r>
          </a:p>
          <a:p>
            <a:pPr algn="just" eaLnBrk="0" fontAlgn="base" hangingPunct="0">
              <a:lnSpc>
                <a:spcPct val="100000"/>
              </a:lnSpc>
              <a:spcBef>
                <a:spcPct val="0"/>
              </a:spcBef>
              <a:spcAft>
                <a:spcPct val="0"/>
              </a:spcAft>
              <a:buFont typeface="Wingdings" panose="05000000000000000000" pitchFamily="2" charset="2"/>
              <a:buChar char="Ø"/>
            </a:pPr>
            <a:r>
              <a:rPr lang="en-US" altLang="en-US" sz="2000" dirty="0">
                <a:latin typeface="Times New Roman" panose="02020603050405020304" pitchFamily="18" charset="0"/>
                <a:cs typeface="Times New Roman" panose="02020603050405020304" pitchFamily="18" charset="0"/>
              </a:rPr>
              <a:t>END</a:t>
            </a:r>
          </a:p>
        </p:txBody>
      </p:sp>
      <p:pic>
        <p:nvPicPr>
          <p:cNvPr id="3" name="Picture 2">
            <a:extLst>
              <a:ext uri="{FF2B5EF4-FFF2-40B4-BE49-F238E27FC236}">
                <a16:creationId xmlns:a16="http://schemas.microsoft.com/office/drawing/2014/main" id="{E9187FAF-1F2C-40A5-F2CD-19B87BA67087}"/>
              </a:ext>
            </a:extLst>
          </p:cNvPr>
          <p:cNvPicPr>
            <a:picLocks noChangeAspect="1"/>
          </p:cNvPicPr>
          <p:nvPr/>
        </p:nvPicPr>
        <p:blipFill>
          <a:blip r:embed="rId3"/>
          <a:stretch>
            <a:fillRect/>
          </a:stretch>
        </p:blipFill>
        <p:spPr>
          <a:xfrm>
            <a:off x="85417" y="9528"/>
            <a:ext cx="807382" cy="1060296"/>
          </a:xfrm>
          <a:prstGeom prst="rect">
            <a:avLst/>
          </a:prstGeom>
        </p:spPr>
      </p:pic>
      <p:pic>
        <p:nvPicPr>
          <p:cNvPr id="5" name="Picture 4">
            <a:extLst>
              <a:ext uri="{FF2B5EF4-FFF2-40B4-BE49-F238E27FC236}">
                <a16:creationId xmlns:a16="http://schemas.microsoft.com/office/drawing/2014/main" id="{0FCCE573-B6B7-5AED-D2E5-0E73C5C9FDF7}"/>
              </a:ext>
            </a:extLst>
          </p:cNvPr>
          <p:cNvPicPr>
            <a:picLocks noChangeAspect="1"/>
          </p:cNvPicPr>
          <p:nvPr/>
        </p:nvPicPr>
        <p:blipFill>
          <a:blip r:embed="rId4"/>
          <a:stretch>
            <a:fillRect/>
          </a:stretch>
        </p:blipFill>
        <p:spPr>
          <a:xfrm>
            <a:off x="11101584" y="60559"/>
            <a:ext cx="1004999" cy="999737"/>
          </a:xfrm>
          <a:prstGeom prst="rect">
            <a:avLst/>
          </a:prstGeom>
        </p:spPr>
      </p:pic>
      <p:pic>
        <p:nvPicPr>
          <p:cNvPr id="12" name="Picture 11" descr="Pseudocode Images – Browse 147 Stock Photos, Vectors, and Video | Adobe ...">
            <a:extLst>
              <a:ext uri="{FF2B5EF4-FFF2-40B4-BE49-F238E27FC236}">
                <a16:creationId xmlns:a16="http://schemas.microsoft.com/office/drawing/2014/main" id="{F2B30F06-60F1-63EF-6AF8-76AEB9FF3467}"/>
              </a:ext>
            </a:extLst>
          </p:cNvPr>
          <p:cNvPicPr>
            <a:picLocks noChangeAspect="1"/>
          </p:cNvPicPr>
          <p:nvPr/>
        </p:nvPicPr>
        <p:blipFill>
          <a:blip r:embed="rId5"/>
          <a:stretch>
            <a:fillRect/>
          </a:stretch>
        </p:blipFill>
        <p:spPr>
          <a:xfrm>
            <a:off x="7229098" y="1932964"/>
            <a:ext cx="4448331" cy="249051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29381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B3CD6F-F732-2E38-9FB1-5B04D717CC44}"/>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172E50E3-DD3D-FB6E-A61D-D894265203DA}"/>
              </a:ext>
            </a:extLst>
          </p:cNvPr>
          <p:cNvSpPr>
            <a:spLocks noGrp="1"/>
          </p:cNvSpPr>
          <p:nvPr>
            <p:ph type="title"/>
          </p:nvPr>
        </p:nvSpPr>
        <p:spPr>
          <a:xfrm>
            <a:off x="838200" y="365126"/>
            <a:ext cx="10515600" cy="779464"/>
          </a:xfrm>
        </p:spPr>
        <p:txBody>
          <a:bodyPr>
            <a:normAutofit/>
          </a:bodyPr>
          <a:lstStyle/>
          <a:p>
            <a:pPr algn="ctr"/>
            <a:r>
              <a:rPr lang="en-US" sz="3600" b="1" u="sng" dirty="0">
                <a:solidFill>
                  <a:srgbClr val="7030A0"/>
                </a:solidFill>
                <a:latin typeface="Times New Roman" panose="02020603050405020304" pitchFamily="18" charset="0"/>
                <a:cs typeface="Times New Roman" panose="02020603050405020304" pitchFamily="18" charset="0"/>
              </a:rPr>
              <a:t>DATASETS USED</a:t>
            </a:r>
          </a:p>
        </p:txBody>
      </p:sp>
      <p:sp>
        <p:nvSpPr>
          <p:cNvPr id="3" name="Content Placeholder 2">
            <a:extLst>
              <a:ext uri="{FF2B5EF4-FFF2-40B4-BE49-F238E27FC236}">
                <a16:creationId xmlns:a16="http://schemas.microsoft.com/office/drawing/2014/main" id="{C8F4B5C4-B018-D46B-6960-85DF4AD20B44}"/>
              </a:ext>
            </a:extLst>
          </p:cNvPr>
          <p:cNvSpPr>
            <a:spLocks noGrp="1"/>
          </p:cNvSpPr>
          <p:nvPr>
            <p:ph idx="1"/>
          </p:nvPr>
        </p:nvSpPr>
        <p:spPr>
          <a:xfrm>
            <a:off x="720213" y="1142364"/>
            <a:ext cx="5375787" cy="5512784"/>
          </a:xfrm>
        </p:spPr>
        <p:txBody>
          <a:bodyPr>
            <a:normAutofit fontScale="25000" lnSpcReduction="20000"/>
          </a:bodyPr>
          <a:lstStyle/>
          <a:p>
            <a:pPr marL="0" indent="0">
              <a:lnSpc>
                <a:spcPct val="120000"/>
              </a:lnSpc>
              <a:buNone/>
            </a:pPr>
            <a:r>
              <a:rPr lang="en-US" sz="8800" b="1" dirty="0">
                <a:latin typeface="Times New Roman" panose="02020603050405020304" pitchFamily="18" charset="0"/>
                <a:cs typeface="Times New Roman" panose="02020603050405020304" pitchFamily="18" charset="0"/>
              </a:rPr>
              <a:t>Student Dataset</a:t>
            </a:r>
          </a:p>
          <a:p>
            <a:pPr>
              <a:lnSpc>
                <a:spcPct val="120000"/>
              </a:lnSpc>
            </a:pPr>
            <a:r>
              <a:rPr lang="en-US" sz="8800" dirty="0">
                <a:latin typeface="Times New Roman" panose="02020603050405020304" pitchFamily="18" charset="0"/>
                <a:cs typeface="Times New Roman" panose="02020603050405020304" pitchFamily="18" charset="0"/>
              </a:rPr>
              <a:t>Student Registration Number</a:t>
            </a:r>
          </a:p>
          <a:p>
            <a:pPr>
              <a:lnSpc>
                <a:spcPct val="120000"/>
              </a:lnSpc>
            </a:pPr>
            <a:r>
              <a:rPr lang="en-US" sz="8800" dirty="0">
                <a:latin typeface="Times New Roman" panose="02020603050405020304" pitchFamily="18" charset="0"/>
                <a:cs typeface="Times New Roman" panose="02020603050405020304" pitchFamily="18" charset="0"/>
              </a:rPr>
              <a:t>Student Name </a:t>
            </a:r>
          </a:p>
          <a:p>
            <a:pPr>
              <a:lnSpc>
                <a:spcPct val="120000"/>
              </a:lnSpc>
            </a:pPr>
            <a:r>
              <a:rPr lang="en-US" sz="8800" dirty="0">
                <a:latin typeface="Times New Roman" panose="02020603050405020304" pitchFamily="18" charset="0"/>
                <a:cs typeface="Times New Roman" panose="02020603050405020304" pitchFamily="18" charset="0"/>
              </a:rPr>
              <a:t>Email </a:t>
            </a:r>
          </a:p>
          <a:p>
            <a:pPr marL="0" indent="0">
              <a:lnSpc>
                <a:spcPct val="120000"/>
              </a:lnSpc>
              <a:buNone/>
            </a:pPr>
            <a:endParaRPr lang="en-US" sz="8800" dirty="0">
              <a:latin typeface="Times New Roman" panose="02020603050405020304" pitchFamily="18" charset="0"/>
              <a:cs typeface="Times New Roman" panose="02020603050405020304" pitchFamily="18" charset="0"/>
            </a:endParaRPr>
          </a:p>
          <a:p>
            <a:pPr marL="0" indent="0">
              <a:lnSpc>
                <a:spcPct val="120000"/>
              </a:lnSpc>
              <a:buNone/>
            </a:pPr>
            <a:r>
              <a:rPr lang="en-US" sz="8800" b="1" dirty="0">
                <a:latin typeface="Times New Roman" panose="02020603050405020304" pitchFamily="18" charset="0"/>
                <a:cs typeface="Times New Roman" panose="02020603050405020304" pitchFamily="18" charset="0"/>
              </a:rPr>
              <a:t>Course Dataset</a:t>
            </a:r>
          </a:p>
          <a:p>
            <a:pPr>
              <a:lnSpc>
                <a:spcPct val="120000"/>
              </a:lnSpc>
            </a:pPr>
            <a:r>
              <a:rPr lang="en-US" sz="8800" dirty="0">
                <a:latin typeface="Times New Roman" panose="02020603050405020304" pitchFamily="18" charset="0"/>
                <a:cs typeface="Times New Roman" panose="02020603050405020304" pitchFamily="18" charset="0"/>
              </a:rPr>
              <a:t>Course ID </a:t>
            </a:r>
          </a:p>
          <a:p>
            <a:pPr>
              <a:lnSpc>
                <a:spcPct val="120000"/>
              </a:lnSpc>
            </a:pPr>
            <a:r>
              <a:rPr lang="en-US" sz="8800" dirty="0">
                <a:latin typeface="Times New Roman" panose="02020603050405020304" pitchFamily="18" charset="0"/>
                <a:cs typeface="Times New Roman" panose="02020603050405020304" pitchFamily="18" charset="0"/>
              </a:rPr>
              <a:t>Course Name </a:t>
            </a:r>
          </a:p>
          <a:p>
            <a:pPr>
              <a:lnSpc>
                <a:spcPct val="120000"/>
              </a:lnSpc>
            </a:pPr>
            <a:r>
              <a:rPr lang="en-US" sz="8800" dirty="0">
                <a:latin typeface="Times New Roman" panose="02020603050405020304" pitchFamily="18" charset="0"/>
                <a:cs typeface="Times New Roman" panose="02020603050405020304" pitchFamily="18" charset="0"/>
              </a:rPr>
              <a:t>Credits </a:t>
            </a:r>
          </a:p>
          <a:p>
            <a:pPr>
              <a:lnSpc>
                <a:spcPct val="120000"/>
              </a:lnSpc>
            </a:pPr>
            <a:r>
              <a:rPr lang="en-US" sz="8800" dirty="0">
                <a:latin typeface="Times New Roman" panose="02020603050405020304" pitchFamily="18" charset="0"/>
                <a:cs typeface="Times New Roman" panose="02020603050405020304" pitchFamily="18" charset="0"/>
              </a:rPr>
              <a:t>Faculty Name </a:t>
            </a:r>
          </a:p>
          <a:p>
            <a:pPr>
              <a:lnSpc>
                <a:spcPct val="120000"/>
              </a:lnSpc>
            </a:pPr>
            <a:r>
              <a:rPr lang="en-US" sz="8800" dirty="0">
                <a:latin typeface="Times New Roman" panose="02020603050405020304" pitchFamily="18" charset="0"/>
                <a:cs typeface="Times New Roman" panose="02020603050405020304" pitchFamily="18" charset="0"/>
              </a:rPr>
              <a:t>Available Seats</a:t>
            </a:r>
          </a:p>
          <a:p>
            <a:pPr marL="0" indent="0">
              <a:lnSpc>
                <a:spcPct val="120000"/>
              </a:lnSpc>
              <a:buNone/>
            </a:pPr>
            <a:endParaRPr lang="en-US" sz="20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96A5115-A121-4498-5313-F5409E81E03F}"/>
              </a:ext>
            </a:extLst>
          </p:cNvPr>
          <p:cNvSpPr txBox="1"/>
          <p:nvPr/>
        </p:nvSpPr>
        <p:spPr>
          <a:xfrm>
            <a:off x="6933760" y="1037456"/>
            <a:ext cx="4670323" cy="5617692"/>
          </a:xfrm>
          <a:prstGeom prst="rect">
            <a:avLst/>
          </a:prstGeom>
          <a:noFill/>
        </p:spPr>
        <p:txBody>
          <a:bodyPr wrap="square" rtlCol="0">
            <a:spAutoFit/>
          </a:bodyPr>
          <a:lstStyle/>
          <a:p>
            <a:pPr>
              <a:lnSpc>
                <a:spcPct val="150000"/>
              </a:lnSpc>
            </a:pPr>
            <a:r>
              <a:rPr lang="en-US" sz="2200" b="1" dirty="0">
                <a:latin typeface="Times New Roman" panose="02020603050405020304" pitchFamily="18" charset="0"/>
                <a:cs typeface="Times New Roman" panose="02020603050405020304" pitchFamily="18" charset="0"/>
              </a:rPr>
              <a:t>Enrollment Dataset</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Enrollment ID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Student ID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Course ID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Enrollment Status </a:t>
            </a:r>
          </a:p>
          <a:p>
            <a:pPr>
              <a:lnSpc>
                <a:spcPct val="150000"/>
              </a:lnSpc>
            </a:pPr>
            <a:r>
              <a:rPr lang="en-US" sz="2200" dirty="0">
                <a:latin typeface="Times New Roman" panose="02020603050405020304" pitchFamily="18" charset="0"/>
                <a:cs typeface="Times New Roman" panose="02020603050405020304" pitchFamily="18" charset="0"/>
              </a:rPr>
              <a:t> </a:t>
            </a:r>
          </a:p>
          <a:p>
            <a:pPr>
              <a:lnSpc>
                <a:spcPct val="150000"/>
              </a:lnSpc>
            </a:pPr>
            <a:r>
              <a:rPr lang="en-US" sz="2200" b="1" dirty="0">
                <a:latin typeface="Times New Roman" panose="02020603050405020304" pitchFamily="18" charset="0"/>
                <a:cs typeface="Times New Roman" panose="02020603050405020304" pitchFamily="18" charset="0"/>
              </a:rPr>
              <a:t>Waitlist Dataset</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Waitlist ID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Student ID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Course ID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Queue Position</a:t>
            </a:r>
          </a:p>
        </p:txBody>
      </p:sp>
      <p:pic>
        <p:nvPicPr>
          <p:cNvPr id="7" name="Picture 6">
            <a:extLst>
              <a:ext uri="{FF2B5EF4-FFF2-40B4-BE49-F238E27FC236}">
                <a16:creationId xmlns:a16="http://schemas.microsoft.com/office/drawing/2014/main" id="{068420D6-EBB9-2790-17B6-839223862BEE}"/>
              </a:ext>
            </a:extLst>
          </p:cNvPr>
          <p:cNvPicPr>
            <a:picLocks noChangeAspect="1"/>
          </p:cNvPicPr>
          <p:nvPr/>
        </p:nvPicPr>
        <p:blipFill>
          <a:blip r:embed="rId3"/>
          <a:stretch>
            <a:fillRect/>
          </a:stretch>
        </p:blipFill>
        <p:spPr>
          <a:xfrm>
            <a:off x="85417" y="9528"/>
            <a:ext cx="807382" cy="1060296"/>
          </a:xfrm>
          <a:prstGeom prst="rect">
            <a:avLst/>
          </a:prstGeom>
        </p:spPr>
      </p:pic>
      <p:pic>
        <p:nvPicPr>
          <p:cNvPr id="8" name="Picture 7">
            <a:extLst>
              <a:ext uri="{FF2B5EF4-FFF2-40B4-BE49-F238E27FC236}">
                <a16:creationId xmlns:a16="http://schemas.microsoft.com/office/drawing/2014/main" id="{14F1B7E7-E311-BE4D-9AA9-32976D77B38D}"/>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1940757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1AB00E-9C23-91A6-FC14-111B13825D30}"/>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2FD3C357-2562-635B-68A2-DE6483D253D9}"/>
              </a:ext>
            </a:extLst>
          </p:cNvPr>
          <p:cNvSpPr>
            <a:spLocks noGrp="1"/>
          </p:cNvSpPr>
          <p:nvPr>
            <p:ph type="title"/>
          </p:nvPr>
        </p:nvSpPr>
        <p:spPr>
          <a:xfrm>
            <a:off x="838200" y="365125"/>
            <a:ext cx="10515600" cy="922901"/>
          </a:xfrm>
        </p:spPr>
        <p:txBody>
          <a:bodyPr>
            <a:normAutofit/>
          </a:bodyPr>
          <a:lstStyle/>
          <a:p>
            <a:pPr algn="ctr"/>
            <a:r>
              <a:rPr lang="en-US" sz="3600" b="1" u="sng" dirty="0">
                <a:solidFill>
                  <a:srgbClr val="7030A0"/>
                </a:solidFill>
                <a:latin typeface="Times New Roman" panose="02020603050405020304" pitchFamily="18" charset="0"/>
                <a:cs typeface="Times New Roman" panose="02020603050405020304" pitchFamily="18" charset="0"/>
              </a:rPr>
              <a:t>INPUT AND OUTPUT</a:t>
            </a:r>
            <a:endParaRPr lang="en-US" sz="3600" dirty="0"/>
          </a:p>
        </p:txBody>
      </p:sp>
      <p:sp>
        <p:nvSpPr>
          <p:cNvPr id="3" name="Content Placeholder 2">
            <a:extLst>
              <a:ext uri="{FF2B5EF4-FFF2-40B4-BE49-F238E27FC236}">
                <a16:creationId xmlns:a16="http://schemas.microsoft.com/office/drawing/2014/main" id="{FAAB449A-B89D-EDDF-34C0-4E93C21BB66E}"/>
              </a:ext>
            </a:extLst>
          </p:cNvPr>
          <p:cNvSpPr>
            <a:spLocks noGrp="1"/>
          </p:cNvSpPr>
          <p:nvPr>
            <p:ph idx="1"/>
          </p:nvPr>
        </p:nvSpPr>
        <p:spPr>
          <a:xfrm>
            <a:off x="585984" y="1592592"/>
            <a:ext cx="4133500" cy="4351338"/>
          </a:xfrm>
        </p:spPr>
        <p:txBody>
          <a:bodyPr>
            <a:normAutofit/>
          </a:bodyPr>
          <a:lstStyle/>
          <a:p>
            <a:pPr marL="0" indent="0">
              <a:lnSpc>
                <a:spcPct val="170000"/>
              </a:lnSpc>
              <a:buNone/>
            </a:pPr>
            <a:r>
              <a:rPr lang="en-US" sz="2200" b="1" u="sng" dirty="0">
                <a:latin typeface="Times New Roman" panose="02020603050405020304" pitchFamily="18" charset="0"/>
                <a:cs typeface="Times New Roman" panose="02020603050405020304" pitchFamily="18" charset="0"/>
              </a:rPr>
              <a:t>Input :</a:t>
            </a:r>
          </a:p>
          <a:p>
            <a:pPr>
              <a:lnSpc>
                <a:spcPct val="150000"/>
              </a:lnSpc>
            </a:pPr>
            <a:r>
              <a:rPr lang="en-US" sz="2200" dirty="0">
                <a:latin typeface="Times New Roman" panose="02020603050405020304" pitchFamily="18" charset="0"/>
                <a:cs typeface="Times New Roman" panose="02020603050405020304" pitchFamily="18" charset="0"/>
              </a:rPr>
              <a:t>Student Login Credentials </a:t>
            </a:r>
          </a:p>
          <a:p>
            <a:pPr>
              <a:lnSpc>
                <a:spcPct val="150000"/>
              </a:lnSpc>
            </a:pPr>
            <a:r>
              <a:rPr lang="en-US" sz="2200" dirty="0">
                <a:latin typeface="Times New Roman" panose="02020603050405020304" pitchFamily="18" charset="0"/>
                <a:cs typeface="Times New Roman" panose="02020603050405020304" pitchFamily="18" charset="0"/>
              </a:rPr>
              <a:t>Course Selection </a:t>
            </a:r>
          </a:p>
          <a:p>
            <a:pPr>
              <a:lnSpc>
                <a:spcPct val="150000"/>
              </a:lnSpc>
            </a:pPr>
            <a:r>
              <a:rPr lang="en-US" sz="2200" dirty="0">
                <a:latin typeface="Times New Roman" panose="02020603050405020304" pitchFamily="18" charset="0"/>
                <a:cs typeface="Times New Roman" panose="02020603050405020304" pitchFamily="18" charset="0"/>
              </a:rPr>
              <a:t>Student ID </a:t>
            </a:r>
          </a:p>
          <a:p>
            <a:pPr>
              <a:lnSpc>
                <a:spcPct val="150000"/>
              </a:lnSpc>
            </a:pPr>
            <a:r>
              <a:rPr lang="en-US" sz="2200" dirty="0">
                <a:latin typeface="Times New Roman" panose="02020603050405020304" pitchFamily="18" charset="0"/>
                <a:cs typeface="Times New Roman" panose="02020603050405020304" pitchFamily="18" charset="0"/>
              </a:rPr>
              <a:t>Course ID </a:t>
            </a:r>
          </a:p>
          <a:p>
            <a:pPr>
              <a:lnSpc>
                <a:spcPct val="150000"/>
              </a:lnSpc>
            </a:pPr>
            <a:r>
              <a:rPr lang="en-US" sz="2200" dirty="0">
                <a:latin typeface="Times New Roman" panose="02020603050405020304" pitchFamily="18" charset="0"/>
                <a:cs typeface="Times New Roman" panose="02020603050405020304" pitchFamily="18" charset="0"/>
              </a:rPr>
              <a:t>Enrollment Request </a:t>
            </a:r>
          </a:p>
        </p:txBody>
      </p:sp>
      <p:pic>
        <p:nvPicPr>
          <p:cNvPr id="6" name="Picture 5">
            <a:extLst>
              <a:ext uri="{FF2B5EF4-FFF2-40B4-BE49-F238E27FC236}">
                <a16:creationId xmlns:a16="http://schemas.microsoft.com/office/drawing/2014/main" id="{5235CBEF-07C1-923B-A2D6-3DAE108CEAB5}"/>
              </a:ext>
            </a:extLst>
          </p:cNvPr>
          <p:cNvPicPr>
            <a:picLocks noChangeAspect="1"/>
          </p:cNvPicPr>
          <p:nvPr/>
        </p:nvPicPr>
        <p:blipFill>
          <a:blip r:embed="rId3"/>
          <a:stretch>
            <a:fillRect/>
          </a:stretch>
        </p:blipFill>
        <p:spPr>
          <a:xfrm>
            <a:off x="85417" y="9528"/>
            <a:ext cx="807382" cy="1060296"/>
          </a:xfrm>
          <a:prstGeom prst="rect">
            <a:avLst/>
          </a:prstGeom>
        </p:spPr>
      </p:pic>
      <p:pic>
        <p:nvPicPr>
          <p:cNvPr id="7" name="Picture 6">
            <a:extLst>
              <a:ext uri="{FF2B5EF4-FFF2-40B4-BE49-F238E27FC236}">
                <a16:creationId xmlns:a16="http://schemas.microsoft.com/office/drawing/2014/main" id="{D3FA5B9F-2A88-1160-E79F-D21574A13F58}"/>
              </a:ext>
            </a:extLst>
          </p:cNvPr>
          <p:cNvPicPr>
            <a:picLocks noChangeAspect="1"/>
          </p:cNvPicPr>
          <p:nvPr/>
        </p:nvPicPr>
        <p:blipFill>
          <a:blip r:embed="rId4"/>
          <a:stretch>
            <a:fillRect/>
          </a:stretch>
        </p:blipFill>
        <p:spPr>
          <a:xfrm>
            <a:off x="11101584" y="60559"/>
            <a:ext cx="1004999" cy="999737"/>
          </a:xfrm>
          <a:prstGeom prst="rect">
            <a:avLst/>
          </a:prstGeom>
        </p:spPr>
      </p:pic>
      <p:sp>
        <p:nvSpPr>
          <p:cNvPr id="4" name="TextBox 3">
            <a:extLst>
              <a:ext uri="{FF2B5EF4-FFF2-40B4-BE49-F238E27FC236}">
                <a16:creationId xmlns:a16="http://schemas.microsoft.com/office/drawing/2014/main" id="{15690650-9F0E-BBF9-2D84-49CA3CCB845D}"/>
              </a:ext>
            </a:extLst>
          </p:cNvPr>
          <p:cNvSpPr txBox="1"/>
          <p:nvPr/>
        </p:nvSpPr>
        <p:spPr>
          <a:xfrm>
            <a:off x="6096000" y="1592592"/>
            <a:ext cx="4427687" cy="3416320"/>
          </a:xfrm>
          <a:prstGeom prst="rect">
            <a:avLst/>
          </a:prstGeom>
          <a:noFill/>
        </p:spPr>
        <p:txBody>
          <a:bodyPr wrap="none" rtlCol="0">
            <a:spAutoFit/>
          </a:bodyPr>
          <a:lstStyle/>
          <a:p>
            <a:pPr>
              <a:lnSpc>
                <a:spcPct val="150000"/>
              </a:lnSpc>
            </a:pPr>
            <a:r>
              <a:rPr lang="en-US" sz="2200" b="1" u="sng" dirty="0">
                <a:latin typeface="Times New Roman" panose="02020603050405020304" pitchFamily="18" charset="0"/>
                <a:cs typeface="Times New Roman" panose="02020603050405020304" pitchFamily="18" charset="0"/>
              </a:rPr>
              <a:t>Output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Successful Course Enrollment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Enrollment Confirmation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Waitlist Position (if course is full)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Eligibility Validation Message </a:t>
            </a:r>
          </a:p>
          <a:p>
            <a:pPr marL="342900" indent="-342900">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Updated Course Availability</a:t>
            </a:r>
          </a:p>
          <a:p>
            <a:endParaRPr lang="en-US" dirty="0"/>
          </a:p>
        </p:txBody>
      </p:sp>
    </p:spTree>
    <p:extLst>
      <p:ext uri="{BB962C8B-B14F-4D97-AF65-F5344CB8AC3E}">
        <p14:creationId xmlns:p14="http://schemas.microsoft.com/office/powerpoint/2010/main" val="4072272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DD3337-3E26-1FB8-C85D-5B8331D878E5}"/>
              </a:ext>
            </a:extLst>
          </p:cNvPr>
          <p:cNvPicPr>
            <a:picLocks noChangeAspect="1"/>
          </p:cNvPicPr>
          <p:nvPr/>
        </p:nvPicPr>
        <p:blipFill>
          <a:blip r:embed="rId2"/>
          <a:stretch>
            <a:fillRect/>
          </a:stretch>
        </p:blipFill>
        <p:spPr>
          <a:xfrm>
            <a:off x="0" y="1"/>
            <a:ext cx="12192000" cy="6857999"/>
          </a:xfrm>
          <a:prstGeom prst="rect">
            <a:avLst/>
          </a:prstGeom>
        </p:spPr>
      </p:pic>
      <p:sp>
        <p:nvSpPr>
          <p:cNvPr id="2" name="Title 1">
            <a:extLst>
              <a:ext uri="{FF2B5EF4-FFF2-40B4-BE49-F238E27FC236}">
                <a16:creationId xmlns:a16="http://schemas.microsoft.com/office/drawing/2014/main" id="{06BF2DB9-378F-FE2A-BF23-F0F29F6D881E}"/>
              </a:ext>
            </a:extLst>
          </p:cNvPr>
          <p:cNvSpPr>
            <a:spLocks noGrp="1"/>
          </p:cNvSpPr>
          <p:nvPr>
            <p:ph type="title"/>
          </p:nvPr>
        </p:nvSpPr>
        <p:spPr>
          <a:xfrm>
            <a:off x="500567" y="105157"/>
            <a:ext cx="10515600" cy="974803"/>
          </a:xfrm>
        </p:spPr>
        <p:txBody>
          <a:bodyPr>
            <a:normAutofit/>
          </a:bodyPr>
          <a:lstStyle/>
          <a:p>
            <a:pPr algn="ctr"/>
            <a:r>
              <a:rPr lang="en-IN" sz="3400" b="1" u="sng" dirty="0">
                <a:solidFill>
                  <a:srgbClr val="7030A0"/>
                </a:solidFill>
                <a:latin typeface="Times New Roman" panose="02020603050405020304" pitchFamily="18" charset="0"/>
                <a:cs typeface="Times New Roman" panose="02020603050405020304" pitchFamily="18" charset="0"/>
              </a:rPr>
              <a:t>RESULTS AND DISCUSSIONS</a:t>
            </a:r>
          </a:p>
        </p:txBody>
      </p:sp>
      <p:sp>
        <p:nvSpPr>
          <p:cNvPr id="3" name="Content Placeholder 2">
            <a:extLst>
              <a:ext uri="{FF2B5EF4-FFF2-40B4-BE49-F238E27FC236}">
                <a16:creationId xmlns:a16="http://schemas.microsoft.com/office/drawing/2014/main" id="{72ADDD0E-5EB1-3553-BACF-4A1E2BAA2B24}"/>
              </a:ext>
            </a:extLst>
          </p:cNvPr>
          <p:cNvSpPr>
            <a:spLocks noGrp="1"/>
          </p:cNvSpPr>
          <p:nvPr>
            <p:ph idx="1"/>
          </p:nvPr>
        </p:nvSpPr>
        <p:spPr>
          <a:xfrm>
            <a:off x="399170" y="1408801"/>
            <a:ext cx="8195025" cy="5534691"/>
          </a:xfrm>
        </p:spPr>
        <p:txBody>
          <a:bodyPr>
            <a:noAutofit/>
          </a:bodyPr>
          <a:lstStyle/>
          <a:p>
            <a:pPr marL="0" indent="0">
              <a:buNone/>
            </a:pPr>
            <a:r>
              <a:rPr lang="en-US" sz="2200" b="1" dirty="0">
                <a:latin typeface="Times New Roman" panose="02020603050405020304" pitchFamily="18" charset="0"/>
                <a:cs typeface="Times New Roman" panose="02020603050405020304" pitchFamily="18" charset="0"/>
              </a:rPr>
              <a:t>Results : </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Successfully automated the course registration process. </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Dynamic course management achieved using </a:t>
            </a:r>
            <a:r>
              <a:rPr lang="en-US" sz="2200" b="1" dirty="0">
                <a:latin typeface="Times New Roman" panose="02020603050405020304" pitchFamily="18" charset="0"/>
                <a:cs typeface="Times New Roman" panose="02020603050405020304" pitchFamily="18" charset="0"/>
              </a:rPr>
              <a:t>Linked List</a:t>
            </a:r>
            <a:r>
              <a:rPr lang="en-US" sz="22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Waitlist handled efficiently using the </a:t>
            </a:r>
            <a:r>
              <a:rPr lang="en-US" sz="2200" b="1" dirty="0">
                <a:latin typeface="Times New Roman" panose="02020603050405020304" pitchFamily="18" charset="0"/>
                <a:cs typeface="Times New Roman" panose="02020603050405020304" pitchFamily="18" charset="0"/>
              </a:rPr>
              <a:t>Queue (FIFO)</a:t>
            </a:r>
            <a:r>
              <a:rPr lang="en-US" sz="2200" dirty="0">
                <a:latin typeface="Times New Roman" panose="02020603050405020304" pitchFamily="18" charset="0"/>
                <a:cs typeface="Times New Roman" panose="02020603050405020304" pitchFamily="18" charset="0"/>
              </a:rPr>
              <a:t> structure. </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Accurate eligibility verification before enrollment. </a:t>
            </a:r>
          </a:p>
          <a:p>
            <a:pPr>
              <a:buFont typeface="Wingdings" panose="05000000000000000000" pitchFamily="2" charset="2"/>
              <a:buChar char="ü"/>
            </a:pPr>
            <a:r>
              <a:rPr lang="en-US" sz="2200" dirty="0">
                <a:latin typeface="Times New Roman" panose="02020603050405020304" pitchFamily="18" charset="0"/>
                <a:cs typeface="Times New Roman" panose="02020603050405020304" pitchFamily="18" charset="0"/>
              </a:rPr>
              <a:t> Reduced manual errors and registration processing time. </a:t>
            </a:r>
          </a:p>
          <a:p>
            <a:pPr marL="0" indent="0">
              <a:buNone/>
            </a:pP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Discussion</a:t>
            </a:r>
          </a:p>
          <a:p>
            <a:pPr marL="0" indent="0" algn="just">
              <a:buNone/>
            </a:pPr>
            <a:r>
              <a:rPr lang="en-US" sz="2200" dirty="0">
                <a:latin typeface="Times New Roman" panose="02020603050405020304" pitchFamily="18" charset="0"/>
                <a:cs typeface="Times New Roman" panose="02020603050405020304" pitchFamily="18" charset="0"/>
              </a:rPr>
              <a:t>      The implementation demonstrates that appropriate data structures improve system performance, ensure fair seat allocation, and enhance the overall user experience for both students and administrators.</a:t>
            </a:r>
          </a:p>
        </p:txBody>
      </p:sp>
      <p:pic>
        <p:nvPicPr>
          <p:cNvPr id="6" name="Picture 5">
            <a:extLst>
              <a:ext uri="{FF2B5EF4-FFF2-40B4-BE49-F238E27FC236}">
                <a16:creationId xmlns:a16="http://schemas.microsoft.com/office/drawing/2014/main" id="{EBB7CDFB-4C63-7919-E938-FB5B6BE68BE2}"/>
              </a:ext>
            </a:extLst>
          </p:cNvPr>
          <p:cNvPicPr>
            <a:picLocks noChangeAspect="1"/>
          </p:cNvPicPr>
          <p:nvPr/>
        </p:nvPicPr>
        <p:blipFill>
          <a:blip r:embed="rId3"/>
          <a:stretch>
            <a:fillRect/>
          </a:stretch>
        </p:blipFill>
        <p:spPr>
          <a:xfrm>
            <a:off x="107025" y="0"/>
            <a:ext cx="807382" cy="1060296"/>
          </a:xfrm>
          <a:prstGeom prst="rect">
            <a:avLst/>
          </a:prstGeom>
        </p:spPr>
      </p:pic>
      <p:pic>
        <p:nvPicPr>
          <p:cNvPr id="7" name="Picture 6">
            <a:extLst>
              <a:ext uri="{FF2B5EF4-FFF2-40B4-BE49-F238E27FC236}">
                <a16:creationId xmlns:a16="http://schemas.microsoft.com/office/drawing/2014/main" id="{6C8524B2-4668-0DA1-308E-25FCD1714F0A}"/>
              </a:ext>
            </a:extLst>
          </p:cNvPr>
          <p:cNvPicPr>
            <a:picLocks noChangeAspect="1"/>
          </p:cNvPicPr>
          <p:nvPr/>
        </p:nvPicPr>
        <p:blipFill>
          <a:blip r:embed="rId4"/>
          <a:stretch>
            <a:fillRect/>
          </a:stretch>
        </p:blipFill>
        <p:spPr>
          <a:xfrm>
            <a:off x="11101584" y="60559"/>
            <a:ext cx="1004999" cy="999737"/>
          </a:xfrm>
          <a:prstGeom prst="rect">
            <a:avLst/>
          </a:prstGeom>
        </p:spPr>
      </p:pic>
      <p:pic>
        <p:nvPicPr>
          <p:cNvPr id="5" name="Picture 4" descr="700+ Free Survey Results &amp; Survey Images - Pixabay">
            <a:extLst>
              <a:ext uri="{FF2B5EF4-FFF2-40B4-BE49-F238E27FC236}">
                <a16:creationId xmlns:a16="http://schemas.microsoft.com/office/drawing/2014/main" id="{787564BE-81AA-A1CB-8DB3-75BFA52D536F}"/>
              </a:ext>
            </a:extLst>
          </p:cNvPr>
          <p:cNvPicPr>
            <a:picLocks noChangeAspect="1"/>
          </p:cNvPicPr>
          <p:nvPr/>
        </p:nvPicPr>
        <p:blipFill>
          <a:blip r:embed="rId5"/>
          <a:stretch>
            <a:fillRect/>
          </a:stretch>
        </p:blipFill>
        <p:spPr>
          <a:xfrm>
            <a:off x="8407382" y="1869600"/>
            <a:ext cx="3597805" cy="239760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982008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onclusion Vector Art, Icons, and Graphics for Free Download">
            <a:extLst>
              <a:ext uri="{FF2B5EF4-FFF2-40B4-BE49-F238E27FC236}">
                <a16:creationId xmlns:a16="http://schemas.microsoft.com/office/drawing/2014/main" id="{6847E37A-1337-91A6-63B5-F578A4E0C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1477" y="2172774"/>
            <a:ext cx="3768673" cy="251244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F565F82-E27D-E3DF-B638-CC33BF8F3E30}"/>
              </a:ext>
            </a:extLst>
          </p:cNvPr>
          <p:cNvPicPr>
            <a:picLocks noChangeAspect="1"/>
          </p:cNvPicPr>
          <p:nvPr/>
        </p:nvPicPr>
        <p:blipFill>
          <a:blip r:embed="rId3"/>
          <a:stretch>
            <a:fillRect/>
          </a:stretch>
        </p:blipFill>
        <p:spPr>
          <a:xfrm>
            <a:off x="0" y="19664"/>
            <a:ext cx="12192000" cy="6857999"/>
          </a:xfrm>
          <a:prstGeom prst="rect">
            <a:avLst/>
          </a:prstGeom>
        </p:spPr>
      </p:pic>
      <p:sp>
        <p:nvSpPr>
          <p:cNvPr id="2" name="Title 1">
            <a:extLst>
              <a:ext uri="{FF2B5EF4-FFF2-40B4-BE49-F238E27FC236}">
                <a16:creationId xmlns:a16="http://schemas.microsoft.com/office/drawing/2014/main" id="{7F47DAF0-D3EF-E7B7-0C0B-C7CF0410EAAD}"/>
              </a:ext>
            </a:extLst>
          </p:cNvPr>
          <p:cNvSpPr>
            <a:spLocks noGrp="1"/>
          </p:cNvSpPr>
          <p:nvPr>
            <p:ph type="title"/>
          </p:nvPr>
        </p:nvSpPr>
        <p:spPr>
          <a:xfrm>
            <a:off x="510716" y="60559"/>
            <a:ext cx="10515600" cy="864531"/>
          </a:xfrm>
        </p:spPr>
        <p:txBody>
          <a:bodyPr>
            <a:normAutofit/>
          </a:bodyPr>
          <a:lstStyle/>
          <a:p>
            <a:pPr algn="ctr"/>
            <a:r>
              <a:rPr lang="en-IN" sz="3600" b="1" u="sng" dirty="0">
                <a:solidFill>
                  <a:srgbClr val="7030A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FAFAA62-61DE-7CD3-D35C-9E14C3897E4E}"/>
              </a:ext>
            </a:extLst>
          </p:cNvPr>
          <p:cNvSpPr>
            <a:spLocks noGrp="1"/>
          </p:cNvSpPr>
          <p:nvPr>
            <p:ph idx="1"/>
          </p:nvPr>
        </p:nvSpPr>
        <p:spPr>
          <a:xfrm>
            <a:off x="435448" y="809534"/>
            <a:ext cx="8700654" cy="6028802"/>
          </a:xfrm>
        </p:spPr>
        <p:txBody>
          <a:bodyPr>
            <a:noAutofit/>
          </a:bodyPr>
          <a:lstStyle/>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Successfully developed an Online Course Registration and Management System to automate the course enrollment process.</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Implemented Linked List for efficient and dynamic management of course information. </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Utilized a Queue (FIFO) data structure to ensure fair and systematic waitlist management.</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Improved registration accuracy by validating student eligibility and preventing duplicate enrollments.</a:t>
            </a:r>
          </a:p>
          <a:p>
            <a:pPr algn="just">
              <a:lnSpc>
                <a:spcPct val="15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Provided a scalable, secure, and user-friendly solution that can be extended with features such as mobile access, online payments, and AI-based course recommendations.</a:t>
            </a:r>
          </a:p>
        </p:txBody>
      </p:sp>
      <p:pic>
        <p:nvPicPr>
          <p:cNvPr id="6" name="Picture 5">
            <a:extLst>
              <a:ext uri="{FF2B5EF4-FFF2-40B4-BE49-F238E27FC236}">
                <a16:creationId xmlns:a16="http://schemas.microsoft.com/office/drawing/2014/main" id="{B419ECA9-EBF8-FF65-4A04-AEC1CFCBCF31}"/>
              </a:ext>
            </a:extLst>
          </p:cNvPr>
          <p:cNvPicPr>
            <a:picLocks noChangeAspect="1"/>
          </p:cNvPicPr>
          <p:nvPr/>
        </p:nvPicPr>
        <p:blipFill>
          <a:blip r:embed="rId4"/>
          <a:stretch>
            <a:fillRect/>
          </a:stretch>
        </p:blipFill>
        <p:spPr>
          <a:xfrm>
            <a:off x="107025" y="0"/>
            <a:ext cx="699220" cy="918252"/>
          </a:xfrm>
          <a:prstGeom prst="rect">
            <a:avLst/>
          </a:prstGeom>
        </p:spPr>
      </p:pic>
      <p:pic>
        <p:nvPicPr>
          <p:cNvPr id="7" name="Picture 6">
            <a:extLst>
              <a:ext uri="{FF2B5EF4-FFF2-40B4-BE49-F238E27FC236}">
                <a16:creationId xmlns:a16="http://schemas.microsoft.com/office/drawing/2014/main" id="{C7CE0155-1AF4-49F0-2D60-E9D6F57BEBE9}"/>
              </a:ext>
            </a:extLst>
          </p:cNvPr>
          <p:cNvPicPr>
            <a:picLocks noChangeAspect="1"/>
          </p:cNvPicPr>
          <p:nvPr/>
        </p:nvPicPr>
        <p:blipFill>
          <a:blip r:embed="rId5"/>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2115153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48574E-EC3A-8A00-01ED-59C5EB33A772}"/>
              </a:ext>
            </a:extLst>
          </p:cNvPr>
          <p:cNvPicPr>
            <a:picLocks noChangeAspect="1"/>
          </p:cNvPicPr>
          <p:nvPr/>
        </p:nvPicPr>
        <p:blipFill>
          <a:blip r:embed="rId2"/>
          <a:stretch>
            <a:fillRect/>
          </a:stretch>
        </p:blipFill>
        <p:spPr>
          <a:xfrm>
            <a:off x="0" y="-19664"/>
            <a:ext cx="12192000" cy="6857999"/>
          </a:xfrm>
          <a:prstGeom prst="rect">
            <a:avLst/>
          </a:prstGeom>
        </p:spPr>
      </p:pic>
      <p:sp>
        <p:nvSpPr>
          <p:cNvPr id="2" name="Title 1">
            <a:extLst>
              <a:ext uri="{FF2B5EF4-FFF2-40B4-BE49-F238E27FC236}">
                <a16:creationId xmlns:a16="http://schemas.microsoft.com/office/drawing/2014/main" id="{BB521E0F-2B77-F927-DF04-40FC620C1528}"/>
              </a:ext>
            </a:extLst>
          </p:cNvPr>
          <p:cNvSpPr>
            <a:spLocks noGrp="1"/>
          </p:cNvSpPr>
          <p:nvPr>
            <p:ph type="title"/>
          </p:nvPr>
        </p:nvSpPr>
        <p:spPr>
          <a:xfrm>
            <a:off x="838200" y="160863"/>
            <a:ext cx="10515600" cy="799127"/>
          </a:xfrm>
        </p:spPr>
        <p:txBody>
          <a:bodyPr>
            <a:normAutofit/>
          </a:bodyPr>
          <a:lstStyle/>
          <a:p>
            <a:pPr algn="ctr"/>
            <a:r>
              <a:rPr lang="en-US" sz="3600" b="1" u="sng" dirty="0">
                <a:solidFill>
                  <a:srgbClr val="7030A0"/>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3465F2A9-A288-6139-EFEA-58C6EB05BEC9}"/>
              </a:ext>
            </a:extLst>
          </p:cNvPr>
          <p:cNvSpPr>
            <a:spLocks noGrp="1"/>
          </p:cNvSpPr>
          <p:nvPr>
            <p:ph idx="1"/>
          </p:nvPr>
        </p:nvSpPr>
        <p:spPr>
          <a:xfrm>
            <a:off x="423645" y="1184792"/>
            <a:ext cx="11344710" cy="5529046"/>
          </a:xfrm>
        </p:spPr>
        <p:txBody>
          <a:bodyPr>
            <a:noAutofit/>
          </a:bodyPr>
          <a:lstStyle/>
          <a:p>
            <a:pPr algn="just">
              <a:lnSpc>
                <a:spcPct val="120000"/>
              </a:lnSpc>
            </a:pPr>
            <a:r>
              <a:rPr lang="en-US" sz="2200" dirty="0">
                <a:latin typeface="Times New Roman" panose="02020603050405020304" pitchFamily="18" charset="0"/>
                <a:cs typeface="Times New Roman" panose="02020603050405020304" pitchFamily="18" charset="0"/>
              </a:rPr>
              <a:t>K. S. Bhuvaneswari and T. Kalaiselvi, "Web-Based Student Course Registration System Using Database Management," </a:t>
            </a:r>
            <a:r>
              <a:rPr lang="en-US" sz="2200" i="1" dirty="0">
                <a:latin typeface="Times New Roman" panose="02020603050405020304" pitchFamily="18" charset="0"/>
                <a:cs typeface="Times New Roman" panose="02020603050405020304" pitchFamily="18" charset="0"/>
              </a:rPr>
              <a:t>International Journal of Computer Applications (IJCA)</a:t>
            </a:r>
            <a:r>
              <a:rPr lang="en-US" sz="2200" dirty="0">
                <a:latin typeface="Times New Roman" panose="02020603050405020304" pitchFamily="18" charset="0"/>
                <a:cs typeface="Times New Roman" panose="02020603050405020304" pitchFamily="18" charset="0"/>
              </a:rPr>
              <a:t>, vol. 178, no. 12, pp. 22–27, 2019. </a:t>
            </a:r>
          </a:p>
          <a:p>
            <a:pPr algn="just">
              <a:lnSpc>
                <a:spcPct val="120000"/>
              </a:lnSpc>
            </a:pPr>
            <a:r>
              <a:rPr lang="en-US" sz="2200" dirty="0">
                <a:latin typeface="Times New Roman" panose="02020603050405020304" pitchFamily="18" charset="0"/>
                <a:cs typeface="Times New Roman" panose="02020603050405020304" pitchFamily="18" charset="0"/>
              </a:rPr>
              <a:t>M. A. Hossain, S. M. Rahman, and M. R. Islam, "Design and Development of an Online Student Registration System," </a:t>
            </a:r>
            <a:r>
              <a:rPr lang="en-US" sz="2200" i="1" dirty="0">
                <a:latin typeface="Times New Roman" panose="02020603050405020304" pitchFamily="18" charset="0"/>
                <a:cs typeface="Times New Roman" panose="02020603050405020304" pitchFamily="18" charset="0"/>
              </a:rPr>
              <a:t>International Journal of Advanced Computer Science and Applications (IJACSA)</a:t>
            </a:r>
            <a:r>
              <a:rPr lang="en-US" sz="2200" dirty="0">
                <a:latin typeface="Times New Roman" panose="02020603050405020304" pitchFamily="18" charset="0"/>
                <a:cs typeface="Times New Roman" panose="02020603050405020304" pitchFamily="18" charset="0"/>
              </a:rPr>
              <a:t>, vol. 11, no. 8, pp. 214–220, 2020. </a:t>
            </a:r>
          </a:p>
          <a:p>
            <a:pPr algn="just">
              <a:lnSpc>
                <a:spcPct val="120000"/>
              </a:lnSpc>
            </a:pPr>
            <a:r>
              <a:rPr lang="en-US" sz="2200" dirty="0">
                <a:latin typeface="Times New Roman" panose="02020603050405020304" pitchFamily="18" charset="0"/>
                <a:cs typeface="Times New Roman" panose="02020603050405020304" pitchFamily="18" charset="0"/>
              </a:rPr>
              <a:t>J. Han, M. Kamber, and J. Pei, "Data Mining: Concepts and Techniques," 3rd ed., Morgan Kaufmann, Elsevier, 2012.</a:t>
            </a:r>
          </a:p>
          <a:p>
            <a:pPr algn="just">
              <a:lnSpc>
                <a:spcPct val="120000"/>
              </a:lnSpc>
            </a:pPr>
            <a:r>
              <a:rPr lang="en-US" sz="2200" dirty="0">
                <a:latin typeface="Times New Roman" panose="02020603050405020304" pitchFamily="18" charset="0"/>
                <a:cs typeface="Times New Roman" panose="02020603050405020304" pitchFamily="18" charset="0"/>
              </a:rPr>
              <a:t> T. H. </a:t>
            </a:r>
            <a:r>
              <a:rPr lang="en-US" sz="2200" dirty="0" err="1">
                <a:latin typeface="Times New Roman" panose="02020603050405020304" pitchFamily="18" charset="0"/>
                <a:cs typeface="Times New Roman" panose="02020603050405020304" pitchFamily="18" charset="0"/>
              </a:rPr>
              <a:t>Cormen</a:t>
            </a:r>
            <a:r>
              <a:rPr lang="en-US" sz="2200" dirty="0">
                <a:latin typeface="Times New Roman" panose="02020603050405020304" pitchFamily="18" charset="0"/>
                <a:cs typeface="Times New Roman" panose="02020603050405020304" pitchFamily="18" charset="0"/>
              </a:rPr>
              <a:t>, C. E. </a:t>
            </a:r>
            <a:r>
              <a:rPr lang="en-US" sz="2200" dirty="0" err="1">
                <a:latin typeface="Times New Roman" panose="02020603050405020304" pitchFamily="18" charset="0"/>
                <a:cs typeface="Times New Roman" panose="02020603050405020304" pitchFamily="18" charset="0"/>
              </a:rPr>
              <a:t>Leiserson</a:t>
            </a:r>
            <a:r>
              <a:rPr lang="en-US" sz="2200" dirty="0">
                <a:latin typeface="Times New Roman" panose="02020603050405020304" pitchFamily="18" charset="0"/>
                <a:cs typeface="Times New Roman" panose="02020603050405020304" pitchFamily="18" charset="0"/>
              </a:rPr>
              <a:t>, R. L. Rivest, and C. Stein, "Introduction to Algorithms," 4th ed., MIT Press, 2022.</a:t>
            </a:r>
          </a:p>
          <a:p>
            <a:pPr algn="just">
              <a:lnSpc>
                <a:spcPct val="120000"/>
              </a:lnSpc>
            </a:pPr>
            <a:r>
              <a:rPr lang="en-US" sz="2200" dirty="0">
                <a:latin typeface="Times New Roman" panose="02020603050405020304" pitchFamily="18" charset="0"/>
                <a:cs typeface="Times New Roman" panose="02020603050405020304" pitchFamily="18" charset="0"/>
              </a:rPr>
              <a:t> E. F. Codd, "A Relational Model of Data for Large Shared Data Banks," </a:t>
            </a:r>
            <a:r>
              <a:rPr lang="en-US" sz="2200" i="1" dirty="0">
                <a:latin typeface="Times New Roman" panose="02020603050405020304" pitchFamily="18" charset="0"/>
                <a:cs typeface="Times New Roman" panose="02020603050405020304" pitchFamily="18" charset="0"/>
              </a:rPr>
              <a:t>Communications of the ACM</a:t>
            </a:r>
            <a:r>
              <a:rPr lang="en-US" sz="2200" dirty="0">
                <a:latin typeface="Times New Roman" panose="02020603050405020304" pitchFamily="18" charset="0"/>
                <a:cs typeface="Times New Roman" panose="02020603050405020304" pitchFamily="18" charset="0"/>
              </a:rPr>
              <a:t>, vol. 13, no. 6, pp. 377–387, 1970.</a:t>
            </a:r>
          </a:p>
        </p:txBody>
      </p:sp>
      <p:pic>
        <p:nvPicPr>
          <p:cNvPr id="5" name="Picture 4">
            <a:extLst>
              <a:ext uri="{FF2B5EF4-FFF2-40B4-BE49-F238E27FC236}">
                <a16:creationId xmlns:a16="http://schemas.microsoft.com/office/drawing/2014/main" id="{59B0C37F-2A09-771A-B266-5D7E4E440969}"/>
              </a:ext>
            </a:extLst>
          </p:cNvPr>
          <p:cNvPicPr>
            <a:picLocks noChangeAspect="1"/>
          </p:cNvPicPr>
          <p:nvPr/>
        </p:nvPicPr>
        <p:blipFill>
          <a:blip r:embed="rId3"/>
          <a:stretch>
            <a:fillRect/>
          </a:stretch>
        </p:blipFill>
        <p:spPr>
          <a:xfrm>
            <a:off x="107025" y="0"/>
            <a:ext cx="807382" cy="1060296"/>
          </a:xfrm>
          <a:prstGeom prst="rect">
            <a:avLst/>
          </a:prstGeom>
        </p:spPr>
      </p:pic>
      <p:pic>
        <p:nvPicPr>
          <p:cNvPr id="6" name="Picture 5">
            <a:extLst>
              <a:ext uri="{FF2B5EF4-FFF2-40B4-BE49-F238E27FC236}">
                <a16:creationId xmlns:a16="http://schemas.microsoft.com/office/drawing/2014/main" id="{37504BA0-C3F0-E0D8-5483-6F55D6E0B8E0}"/>
              </a:ext>
            </a:extLst>
          </p:cNvPr>
          <p:cNvPicPr>
            <a:picLocks noChangeAspect="1"/>
          </p:cNvPicPr>
          <p:nvPr/>
        </p:nvPicPr>
        <p:blipFill>
          <a:blip r:embed="rId4"/>
          <a:stretch>
            <a:fillRect/>
          </a:stretch>
        </p:blipFill>
        <p:spPr>
          <a:xfrm>
            <a:off x="11101584" y="60559"/>
            <a:ext cx="1004999" cy="999737"/>
          </a:xfrm>
          <a:prstGeom prst="rect">
            <a:avLst/>
          </a:prstGeom>
        </p:spPr>
      </p:pic>
    </p:spTree>
    <p:extLst>
      <p:ext uri="{BB962C8B-B14F-4D97-AF65-F5344CB8AC3E}">
        <p14:creationId xmlns:p14="http://schemas.microsoft.com/office/powerpoint/2010/main" val="3805351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6D862-1143-167E-011E-0F7928EA7C2A}"/>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E73AF425-F2A6-6545-D7E2-503B891C1ADF}"/>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27B07508-BC89-6A3D-C3F9-81E51DEC9DC0}"/>
              </a:ext>
            </a:extLst>
          </p:cNvPr>
          <p:cNvPicPr>
            <a:picLocks noChangeAspect="1"/>
          </p:cNvPicPr>
          <p:nvPr/>
        </p:nvPicPr>
        <p:blipFill>
          <a:blip r:embed="rId2"/>
          <a:stretch>
            <a:fillRect/>
          </a:stretch>
        </p:blipFill>
        <p:spPr>
          <a:xfrm>
            <a:off x="0" y="1"/>
            <a:ext cx="12192000" cy="6857999"/>
          </a:xfrm>
          <a:prstGeom prst="rect">
            <a:avLst/>
          </a:prstGeom>
        </p:spPr>
      </p:pic>
      <p:pic>
        <p:nvPicPr>
          <p:cNvPr id="13318" name="Picture 6" descr="Thank You Background Vector Art, Icons, and Graphics for Free Download">
            <a:extLst>
              <a:ext uri="{FF2B5EF4-FFF2-40B4-BE49-F238E27FC236}">
                <a16:creationId xmlns:a16="http://schemas.microsoft.com/office/drawing/2014/main" id="{76A49E0B-D7AB-8028-EEEA-752163578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3081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TM02900688[[fn=Facet]]</Template>
  <TotalTime>633</TotalTime>
  <Words>1083</Words>
  <Application>Microsoft Office PowerPoint</Application>
  <PresentationFormat>Widescreen</PresentationFormat>
  <Paragraphs>137</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Aptos Display</vt:lpstr>
      <vt:lpstr>Aptos Narrow</vt:lpstr>
      <vt:lpstr>Arial</vt:lpstr>
      <vt:lpstr>Times New Roman</vt:lpstr>
      <vt:lpstr>Wingdings</vt:lpstr>
      <vt:lpstr>Office Theme</vt:lpstr>
      <vt:lpstr>ONLINE COURSE REGISTRATION AND MANAGEMENT SYSTEM</vt:lpstr>
      <vt:lpstr>AIM</vt:lpstr>
      <vt:lpstr>ABSTRACT</vt:lpstr>
      <vt:lpstr>INTRODUCTION</vt:lpstr>
      <vt:lpstr>MODULE 1 : COURSE CATALOG MANAGEMENT </vt:lpstr>
      <vt:lpstr>MODULE 2 : STUDENT ENROLLMENT &amp; WAITLIST MANAGEMENT </vt:lpstr>
      <vt:lpstr>MODULE 3 : PREREQUISITE &amp; ELIGIBILITY VERIFICATION</vt:lpstr>
      <vt:lpstr>ALGORITHM</vt:lpstr>
      <vt:lpstr>PSEUDOCODE </vt:lpstr>
      <vt:lpstr>DATASETS USED</vt:lpstr>
      <vt:lpstr>INPUT AND OUTPUT</vt:lpstr>
      <vt:lpstr>RESULTS AND DISCUSSIONS</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Dirt to Bright : Generating Power through Soil Microbial Fuels Cells</dc:title>
  <dc:creator>DIVYA THARSHINI</dc:creator>
  <cp:lastModifiedBy>MANISH G</cp:lastModifiedBy>
  <cp:revision>15</cp:revision>
  <dcterms:created xsi:type="dcterms:W3CDTF">2025-10-12T15:08:34Z</dcterms:created>
  <dcterms:modified xsi:type="dcterms:W3CDTF">2026-08-06T05:53:30Z</dcterms:modified>
</cp:coreProperties>
</file>